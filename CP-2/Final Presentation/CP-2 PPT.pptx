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 bookmarkIdSeed="4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7" r:id="rId2"/>
    <p:sldId id="273" r:id="rId3"/>
    <p:sldId id="310" r:id="rId4"/>
    <p:sldId id="274" r:id="rId5"/>
    <p:sldId id="260" r:id="rId6"/>
    <p:sldId id="329" r:id="rId7"/>
    <p:sldId id="330" r:id="rId8"/>
    <p:sldId id="331" r:id="rId9"/>
    <p:sldId id="345" r:id="rId10"/>
    <p:sldId id="335" r:id="rId11"/>
    <p:sldId id="336" r:id="rId12"/>
    <p:sldId id="302" r:id="rId13"/>
    <p:sldId id="312" r:id="rId14"/>
    <p:sldId id="313" r:id="rId15"/>
    <p:sldId id="314" r:id="rId16"/>
    <p:sldId id="353" r:id="rId17"/>
    <p:sldId id="315" r:id="rId18"/>
    <p:sldId id="354" r:id="rId19"/>
    <p:sldId id="337" r:id="rId20"/>
    <p:sldId id="334" r:id="rId21"/>
    <p:sldId id="338" r:id="rId22"/>
    <p:sldId id="311" r:id="rId23"/>
    <p:sldId id="339" r:id="rId24"/>
    <p:sldId id="340" r:id="rId25"/>
    <p:sldId id="341" r:id="rId26"/>
    <p:sldId id="296" r:id="rId27"/>
    <p:sldId id="321" r:id="rId28"/>
    <p:sldId id="342" r:id="rId29"/>
    <p:sldId id="322" r:id="rId30"/>
    <p:sldId id="323" r:id="rId31"/>
    <p:sldId id="343" r:id="rId32"/>
    <p:sldId id="344" r:id="rId33"/>
    <p:sldId id="324" r:id="rId34"/>
    <p:sldId id="357" r:id="rId35"/>
    <p:sldId id="300" r:id="rId36"/>
    <p:sldId id="298" r:id="rId37"/>
    <p:sldId id="348" r:id="rId38"/>
    <p:sldId id="346" r:id="rId39"/>
    <p:sldId id="347" r:id="rId40"/>
    <p:sldId id="363" r:id="rId41"/>
    <p:sldId id="364" r:id="rId42"/>
    <p:sldId id="365" r:id="rId43"/>
    <p:sldId id="366" r:id="rId44"/>
    <p:sldId id="367" r:id="rId45"/>
    <p:sldId id="350" r:id="rId46"/>
    <p:sldId id="351" r:id="rId47"/>
    <p:sldId id="352" r:id="rId48"/>
    <p:sldId id="368" r:id="rId49"/>
    <p:sldId id="369" r:id="rId50"/>
    <p:sldId id="358" r:id="rId51"/>
    <p:sldId id="359" r:id="rId52"/>
    <p:sldId id="361" r:id="rId53"/>
    <p:sldId id="362" r:id="rId54"/>
    <p:sldId id="328" r:id="rId55"/>
    <p:sldId id="265" r:id="rId56"/>
    <p:sldId id="370" r:id="rId57"/>
    <p:sldId id="356" r:id="rId5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rnain javed" initials="zj" lastIdx="1" clrIdx="0">
    <p:extLst>
      <p:ext uri="{19B8F6BF-5375-455C-9EA6-DF929625EA0E}">
        <p15:presenceInfo xmlns:p15="http://schemas.microsoft.com/office/powerpoint/2012/main" userId="1d654521462ea1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817"/>
    <a:srgbClr val="080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83" autoAdjust="0"/>
  </p:normalViewPr>
  <p:slideViewPr>
    <p:cSldViewPr snapToGrid="0" showGuides="1">
      <p:cViewPr varScale="1">
        <p:scale>
          <a:sx n="68" d="100"/>
          <a:sy n="68" d="100"/>
        </p:scale>
        <p:origin x="616" y="64"/>
      </p:cViewPr>
      <p:guideLst>
        <p:guide orient="horz" pos="2152"/>
        <p:guide pos="38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nain javed" userId="1d654521462ea197" providerId="LiveId" clId="{4184296D-76FB-4A69-8A26-CDEE08C8064A}"/>
    <pc:docChg chg="undo custSel addSld delSld modSld sldOrd modMainMaster">
      <pc:chgData name="zarnain javed" userId="1d654521462ea197" providerId="LiveId" clId="{4184296D-76FB-4A69-8A26-CDEE08C8064A}" dt="2026-01-07T08:30:16.315" v="3028" actId="207"/>
      <pc:docMkLst>
        <pc:docMk/>
      </pc:docMkLst>
      <pc:sldChg chg="addSp delSp modSp mod">
        <pc:chgData name="zarnain javed" userId="1d654521462ea197" providerId="LiveId" clId="{4184296D-76FB-4A69-8A26-CDEE08C8064A}" dt="2026-01-05T05:26:54.971" v="11" actId="931"/>
        <pc:sldMkLst>
          <pc:docMk/>
          <pc:sldMk cId="0" sldId="257"/>
        </pc:sldMkLst>
        <pc:spChg chg="add mod">
          <ac:chgData name="zarnain javed" userId="1d654521462ea197" providerId="LiveId" clId="{4184296D-76FB-4A69-8A26-CDEE08C8064A}" dt="2026-01-05T05:26:42.204" v="10" actId="478"/>
          <ac:spMkLst>
            <pc:docMk/>
            <pc:sldMk cId="0" sldId="257"/>
            <ac:spMk id="3" creationId="{E638E86F-1446-DE60-32A6-051486B6130D}"/>
          </ac:spMkLst>
        </pc:spChg>
        <pc:picChg chg="add mod">
          <ac:chgData name="zarnain javed" userId="1d654521462ea197" providerId="LiveId" clId="{4184296D-76FB-4A69-8A26-CDEE08C8064A}" dt="2026-01-05T05:26:54.971" v="11" actId="931"/>
          <ac:picMkLst>
            <pc:docMk/>
            <pc:sldMk cId="0" sldId="257"/>
            <ac:picMk id="5" creationId="{4E83B89B-8E2F-C63A-0962-C8DC92786D6A}"/>
          </ac:picMkLst>
        </pc:picChg>
      </pc:sldChg>
      <pc:sldChg chg="addSp delSp modSp mod">
        <pc:chgData name="zarnain javed" userId="1d654521462ea197" providerId="LiveId" clId="{4184296D-76FB-4A69-8A26-CDEE08C8064A}" dt="2026-01-07T08:27:59.286" v="3021"/>
        <pc:sldMkLst>
          <pc:docMk/>
          <pc:sldMk cId="0" sldId="260"/>
        </pc:sldMkLst>
        <pc:spChg chg="mod">
          <ac:chgData name="zarnain javed" userId="1d654521462ea197" providerId="LiveId" clId="{4184296D-76FB-4A69-8A26-CDEE08C8064A}" dt="2026-01-05T16:33:11.039" v="2263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zarnain javed" userId="1d654521462ea197" providerId="LiveId" clId="{4184296D-76FB-4A69-8A26-CDEE08C8064A}" dt="2026-01-05T16:11:10.287" v="1882" actId="2711"/>
          <ac:spMkLst>
            <pc:docMk/>
            <pc:sldMk cId="0" sldId="260"/>
            <ac:spMk id="139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8:27:59.286" v="3021"/>
          <ac:picMkLst>
            <pc:docMk/>
            <pc:sldMk cId="0" sldId="260"/>
            <ac:picMk id="2" creationId="{BD8F0C68-DE18-D4AB-BCF9-2B37EFDF9FD0}"/>
          </ac:picMkLst>
        </pc:picChg>
        <pc:picChg chg="add mod">
          <ac:chgData name="zarnain javed" userId="1d654521462ea197" providerId="LiveId" clId="{4184296D-76FB-4A69-8A26-CDEE08C8064A}" dt="2026-01-05T16:33:18.049" v="2264" actId="1076"/>
          <ac:picMkLst>
            <pc:docMk/>
            <pc:sldMk cId="0" sldId="260"/>
            <ac:picMk id="4" creationId="{E9E1C58D-3E26-7966-C543-4C6288D91DC5}"/>
          </ac:picMkLst>
        </pc:picChg>
        <pc:picChg chg="add del mod">
          <ac:chgData name="zarnain javed" userId="1d654521462ea197" providerId="LiveId" clId="{4184296D-76FB-4A69-8A26-CDEE08C8064A}" dt="2026-01-07T08:27:58.300" v="3020" actId="478"/>
          <ac:picMkLst>
            <pc:docMk/>
            <pc:sldMk cId="0" sldId="260"/>
            <ac:picMk id="9" creationId="{E172F31E-8E03-E878-010C-CC1A965E9AE8}"/>
          </ac:picMkLst>
        </pc:picChg>
      </pc:sldChg>
      <pc:sldChg chg="addSp delSp modSp mod ord">
        <pc:chgData name="zarnain javed" userId="1d654521462ea197" providerId="LiveId" clId="{4184296D-76FB-4A69-8A26-CDEE08C8064A}" dt="2026-01-07T07:41:12.329" v="2603"/>
        <pc:sldMkLst>
          <pc:docMk/>
          <pc:sldMk cId="0" sldId="263"/>
        </pc:sldMkLst>
        <pc:spChg chg="mod">
          <ac:chgData name="zarnain javed" userId="1d654521462ea197" providerId="LiveId" clId="{4184296D-76FB-4A69-8A26-CDEE08C8064A}" dt="2026-01-05T05:53:13.562" v="218" actId="123"/>
          <ac:spMkLst>
            <pc:docMk/>
            <pc:sldMk cId="0" sldId="263"/>
            <ac:spMk id="7" creationId="{00000000-0000-0000-0000-000000000000}"/>
          </ac:spMkLst>
        </pc:spChg>
        <pc:spChg chg="mod">
          <ac:chgData name="zarnain javed" userId="1d654521462ea197" providerId="LiveId" clId="{4184296D-76FB-4A69-8A26-CDEE08C8064A}" dt="2026-01-05T06:25:24.947" v="578" actId="207"/>
          <ac:spMkLst>
            <pc:docMk/>
            <pc:sldMk cId="0" sldId="263"/>
            <ac:spMk id="181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41:12.329" v="2603"/>
          <ac:picMkLst>
            <pc:docMk/>
            <pc:sldMk cId="0" sldId="263"/>
            <ac:picMk id="2" creationId="{73DA1CBC-812D-4EE6-525C-0C7CA90BAC72}"/>
          </ac:picMkLst>
        </pc:picChg>
        <pc:picChg chg="add del mod">
          <ac:chgData name="zarnain javed" userId="1d654521462ea197" providerId="LiveId" clId="{4184296D-76FB-4A69-8A26-CDEE08C8064A}" dt="2026-01-07T07:41:11.827" v="2602" actId="478"/>
          <ac:picMkLst>
            <pc:docMk/>
            <pc:sldMk cId="0" sldId="263"/>
            <ac:picMk id="4" creationId="{2D29CEE3-5F08-8334-A1A0-966C4C7116A9}"/>
          </ac:picMkLst>
        </pc:picChg>
      </pc:sldChg>
      <pc:sldChg chg="addSp delSp modSp mod">
        <pc:chgData name="zarnain javed" userId="1d654521462ea197" providerId="LiveId" clId="{4184296D-76FB-4A69-8A26-CDEE08C8064A}" dt="2026-01-07T07:51:55.357" v="2719" actId="1076"/>
        <pc:sldMkLst>
          <pc:docMk/>
          <pc:sldMk cId="0" sldId="265"/>
        </pc:sldMkLst>
        <pc:spChg chg="mod">
          <ac:chgData name="zarnain javed" userId="1d654521462ea197" providerId="LiveId" clId="{4184296D-76FB-4A69-8A26-CDEE08C8064A}" dt="2026-01-05T07:11:17.885" v="1136" actId="207"/>
          <ac:spMkLst>
            <pc:docMk/>
            <pc:sldMk cId="0" sldId="265"/>
            <ac:spMk id="196" creationId="{00000000-0000-0000-0000-000000000000}"/>
          </ac:spMkLst>
        </pc:spChg>
        <pc:spChg chg="mod">
          <ac:chgData name="zarnain javed" userId="1d654521462ea197" providerId="LiveId" clId="{4184296D-76FB-4A69-8A26-CDEE08C8064A}" dt="2026-01-07T07:51:55.357" v="2719" actId="1076"/>
          <ac:spMkLst>
            <pc:docMk/>
            <pc:sldMk cId="0" sldId="265"/>
            <ac:spMk id="201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42:12.178" v="2627"/>
          <ac:picMkLst>
            <pc:docMk/>
            <pc:sldMk cId="0" sldId="265"/>
            <ac:picMk id="2" creationId="{2AC58506-9CCC-7621-A8B5-E2DD56BA6A77}"/>
          </ac:picMkLst>
        </pc:picChg>
        <pc:picChg chg="add del mod">
          <ac:chgData name="zarnain javed" userId="1d654521462ea197" providerId="LiveId" clId="{4184296D-76FB-4A69-8A26-CDEE08C8064A}" dt="2026-01-07T07:42:11.713" v="2626" actId="478"/>
          <ac:picMkLst>
            <pc:docMk/>
            <pc:sldMk cId="0" sldId="265"/>
            <ac:picMk id="4" creationId="{FE75C210-8AB0-BEAA-FA33-9C346CF95FB6}"/>
          </ac:picMkLst>
        </pc:picChg>
      </pc:sldChg>
      <pc:sldChg chg="del">
        <pc:chgData name="zarnain javed" userId="1d654521462ea197" providerId="LiveId" clId="{4184296D-76FB-4A69-8A26-CDEE08C8064A}" dt="2026-01-05T06:27:30.435" v="597" actId="2696"/>
        <pc:sldMkLst>
          <pc:docMk/>
          <pc:sldMk cId="0" sldId="268"/>
        </pc:sldMkLst>
      </pc:sldChg>
      <pc:sldChg chg="del">
        <pc:chgData name="zarnain javed" userId="1d654521462ea197" providerId="LiveId" clId="{4184296D-76FB-4A69-8A26-CDEE08C8064A}" dt="2026-01-05T05:56:15.005" v="259" actId="2696"/>
        <pc:sldMkLst>
          <pc:docMk/>
          <pc:sldMk cId="0" sldId="272"/>
        </pc:sldMkLst>
      </pc:sldChg>
      <pc:sldChg chg="addSp delSp modSp mod setBg">
        <pc:chgData name="zarnain javed" userId="1d654521462ea197" providerId="LiveId" clId="{4184296D-76FB-4A69-8A26-CDEE08C8064A}" dt="2026-01-07T07:38:53.953" v="2586"/>
        <pc:sldMkLst>
          <pc:docMk/>
          <pc:sldMk cId="0" sldId="273"/>
        </pc:sldMkLst>
        <pc:spChg chg="mod">
          <ac:chgData name="zarnain javed" userId="1d654521462ea197" providerId="LiveId" clId="{4184296D-76FB-4A69-8A26-CDEE08C8064A}" dt="2026-01-05T05:41:19.962" v="84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zarnain javed" userId="1d654521462ea197" providerId="LiveId" clId="{4184296D-76FB-4A69-8A26-CDEE08C8064A}" dt="2026-01-05T06:26:36.097" v="591" actId="207"/>
          <ac:spMkLst>
            <pc:docMk/>
            <pc:sldMk cId="0" sldId="273"/>
            <ac:spMk id="92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38:53.953" v="2586"/>
          <ac:picMkLst>
            <pc:docMk/>
            <pc:sldMk cId="0" sldId="273"/>
            <ac:picMk id="3" creationId="{38BE8250-1D54-D82A-15EE-67CCD4A03DA7}"/>
          </ac:picMkLst>
        </pc:picChg>
        <pc:picChg chg="add del mod">
          <ac:chgData name="zarnain javed" userId="1d654521462ea197" providerId="LiveId" clId="{4184296D-76FB-4A69-8A26-CDEE08C8064A}" dt="2026-01-07T07:38:53.427" v="2585" actId="478"/>
          <ac:picMkLst>
            <pc:docMk/>
            <pc:sldMk cId="0" sldId="273"/>
            <ac:picMk id="8" creationId="{DE399D6A-6124-5E99-7244-F4963C03E668}"/>
          </ac:picMkLst>
        </pc:picChg>
      </pc:sldChg>
      <pc:sldChg chg="addSp delSp modSp mod modClrScheme chgLayout">
        <pc:chgData name="zarnain javed" userId="1d654521462ea197" providerId="LiveId" clId="{4184296D-76FB-4A69-8A26-CDEE08C8064A}" dt="2026-01-07T07:39:02.709" v="2590"/>
        <pc:sldMkLst>
          <pc:docMk/>
          <pc:sldMk cId="0" sldId="274"/>
        </pc:sldMkLst>
        <pc:spChg chg="mod ord">
          <ac:chgData name="zarnain javed" userId="1d654521462ea197" providerId="LiveId" clId="{4184296D-76FB-4A69-8A26-CDEE08C8064A}" dt="2026-01-05T06:26:47.767" v="592" actId="207"/>
          <ac:spMkLst>
            <pc:docMk/>
            <pc:sldMk cId="0" sldId="274"/>
            <ac:spMk id="125" creationId="{00000000-0000-0000-0000-000000000000}"/>
          </ac:spMkLst>
        </pc:spChg>
        <pc:spChg chg="mod ord">
          <ac:chgData name="zarnain javed" userId="1d654521462ea197" providerId="LiveId" clId="{4184296D-76FB-4A69-8A26-CDEE08C8064A}" dt="2026-01-05T05:46:02.407" v="172" actId="700"/>
          <ac:spMkLst>
            <pc:docMk/>
            <pc:sldMk cId="0" sldId="274"/>
            <ac:spMk id="127" creationId="{00000000-0000-0000-0000-000000000000}"/>
          </ac:spMkLst>
        </pc:spChg>
        <pc:spChg chg="mod">
          <ac:chgData name="zarnain javed" userId="1d654521462ea197" providerId="LiveId" clId="{4184296D-76FB-4A69-8A26-CDEE08C8064A}" dt="2026-01-05T11:32:57.461" v="1766" actId="20577"/>
          <ac:spMkLst>
            <pc:docMk/>
            <pc:sldMk cId="0" sldId="274"/>
            <ac:spMk id="130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39:02.709" v="2590"/>
          <ac:picMkLst>
            <pc:docMk/>
            <pc:sldMk cId="0" sldId="274"/>
            <ac:picMk id="2" creationId="{76023ADA-438E-D578-4086-5A938C220CCC}"/>
          </ac:picMkLst>
        </pc:picChg>
        <pc:picChg chg="add del mod">
          <ac:chgData name="zarnain javed" userId="1d654521462ea197" providerId="LiveId" clId="{4184296D-76FB-4A69-8A26-CDEE08C8064A}" dt="2026-01-07T07:39:02.207" v="2589" actId="478"/>
          <ac:picMkLst>
            <pc:docMk/>
            <pc:sldMk cId="0" sldId="274"/>
            <ac:picMk id="8" creationId="{C161F3AA-AA24-F279-AFD0-D7B21D4CDC00}"/>
          </ac:picMkLst>
        </pc:picChg>
      </pc:sldChg>
      <pc:sldChg chg="addSp delSp modSp mod">
        <pc:chgData name="zarnain javed" userId="1d654521462ea197" providerId="LiveId" clId="{4184296D-76FB-4A69-8A26-CDEE08C8064A}" dt="2026-01-07T07:42:05.842" v="2623"/>
        <pc:sldMkLst>
          <pc:docMk/>
          <pc:sldMk cId="0" sldId="278"/>
        </pc:sldMkLst>
        <pc:spChg chg="mod">
          <ac:chgData name="zarnain javed" userId="1d654521462ea197" providerId="LiveId" clId="{4184296D-76FB-4A69-8A26-CDEE08C8064A}" dt="2026-01-05T07:05:31.218" v="1072" actId="2711"/>
          <ac:spMkLst>
            <pc:docMk/>
            <pc:sldMk cId="0" sldId="278"/>
            <ac:spMk id="2" creationId="{00000000-0000-0000-0000-000000000000}"/>
          </ac:spMkLst>
        </pc:spChg>
        <pc:spChg chg="mod">
          <ac:chgData name="zarnain javed" userId="1d654521462ea197" providerId="LiveId" clId="{4184296D-76FB-4A69-8A26-CDEE08C8064A}" dt="2026-01-05T07:10:47.811" v="1133" actId="20577"/>
          <ac:spMkLst>
            <pc:docMk/>
            <pc:sldMk cId="0" sldId="278"/>
            <ac:spMk id="3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42:05.842" v="2623"/>
          <ac:picMkLst>
            <pc:docMk/>
            <pc:sldMk cId="0" sldId="278"/>
            <ac:picMk id="6" creationId="{88FA8E61-9FF2-AD6C-4074-DA4DD1EEAEF3}"/>
          </ac:picMkLst>
        </pc:picChg>
        <pc:picChg chg="add del mod">
          <ac:chgData name="zarnain javed" userId="1d654521462ea197" providerId="LiveId" clId="{4184296D-76FB-4A69-8A26-CDEE08C8064A}" dt="2026-01-07T07:42:05.391" v="2622" actId="478"/>
          <ac:picMkLst>
            <pc:docMk/>
            <pc:sldMk cId="0" sldId="278"/>
            <ac:picMk id="11" creationId="{4A0FFBF0-43EC-C35A-F6B5-BB1150E25541}"/>
          </ac:picMkLst>
        </pc:picChg>
      </pc:sldChg>
      <pc:sldChg chg="addSp delSp modSp del mod">
        <pc:chgData name="zarnain javed" userId="1d654521462ea197" providerId="LiveId" clId="{4184296D-76FB-4A69-8A26-CDEE08C8064A}" dt="2026-01-05T08:08:16.768" v="1697" actId="47"/>
        <pc:sldMkLst>
          <pc:docMk/>
          <pc:sldMk cId="0" sldId="279"/>
        </pc:sldMkLst>
      </pc:sldChg>
      <pc:sldChg chg="del">
        <pc:chgData name="zarnain javed" userId="1d654521462ea197" providerId="LiveId" clId="{4184296D-76FB-4A69-8A26-CDEE08C8064A}" dt="2026-01-05T06:50:04.271" v="848" actId="47"/>
        <pc:sldMkLst>
          <pc:docMk/>
          <pc:sldMk cId="0" sldId="290"/>
        </pc:sldMkLst>
      </pc:sldChg>
      <pc:sldChg chg="del">
        <pc:chgData name="zarnain javed" userId="1d654521462ea197" providerId="LiveId" clId="{4184296D-76FB-4A69-8A26-CDEE08C8064A}" dt="2026-01-05T06:50:05.661" v="849" actId="47"/>
        <pc:sldMkLst>
          <pc:docMk/>
          <pc:sldMk cId="0" sldId="294"/>
        </pc:sldMkLst>
      </pc:sldChg>
      <pc:sldChg chg="del">
        <pc:chgData name="zarnain javed" userId="1d654521462ea197" providerId="LiveId" clId="{4184296D-76FB-4A69-8A26-CDEE08C8064A}" dt="2026-01-05T06:50:07.318" v="850" actId="47"/>
        <pc:sldMkLst>
          <pc:docMk/>
          <pc:sldMk cId="0" sldId="295"/>
        </pc:sldMkLst>
      </pc:sldChg>
      <pc:sldChg chg="addSp delSp modSp mod ord">
        <pc:chgData name="zarnain javed" userId="1d654521462ea197" providerId="LiveId" clId="{4184296D-76FB-4A69-8A26-CDEE08C8064A}" dt="2026-01-07T07:41:31.003" v="2609" actId="1076"/>
        <pc:sldMkLst>
          <pc:docMk/>
          <pc:sldMk cId="0" sldId="296"/>
        </pc:sldMkLst>
        <pc:spChg chg="add del mod">
          <ac:chgData name="zarnain javed" userId="1d654521462ea197" providerId="LiveId" clId="{4184296D-76FB-4A69-8A26-CDEE08C8064A}" dt="2026-01-07T07:25:40.011" v="2569" actId="20577"/>
          <ac:spMkLst>
            <pc:docMk/>
            <pc:sldMk cId="0" sldId="296"/>
            <ac:spMk id="8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41:21.964" v="2608"/>
          <ac:picMkLst>
            <pc:docMk/>
            <pc:sldMk cId="0" sldId="296"/>
            <ac:picMk id="2" creationId="{13282971-A760-EAFE-7623-A5CA5390C702}"/>
          </ac:picMkLst>
        </pc:picChg>
        <pc:picChg chg="add mod modCrop">
          <ac:chgData name="zarnain javed" userId="1d654521462ea197" providerId="LiveId" clId="{4184296D-76FB-4A69-8A26-CDEE08C8064A}" dt="2026-01-07T07:41:31.003" v="2609" actId="1076"/>
          <ac:picMkLst>
            <pc:docMk/>
            <pc:sldMk cId="0" sldId="296"/>
            <ac:picMk id="13" creationId="{4C6779D2-EA28-35F8-367C-4B190163812E}"/>
          </ac:picMkLst>
        </pc:picChg>
      </pc:sldChg>
      <pc:sldChg chg="del">
        <pc:chgData name="zarnain javed" userId="1d654521462ea197" providerId="LiveId" clId="{4184296D-76FB-4A69-8A26-CDEE08C8064A}" dt="2026-01-05T06:50:08.974" v="851" actId="47"/>
        <pc:sldMkLst>
          <pc:docMk/>
          <pc:sldMk cId="0" sldId="297"/>
        </pc:sldMkLst>
      </pc:sldChg>
      <pc:sldChg chg="addSp delSp modSp mod">
        <pc:chgData name="zarnain javed" userId="1d654521462ea197" providerId="LiveId" clId="{4184296D-76FB-4A69-8A26-CDEE08C8064A}" dt="2026-01-07T07:42:02.622" v="2621"/>
        <pc:sldMkLst>
          <pc:docMk/>
          <pc:sldMk cId="0" sldId="298"/>
        </pc:sldMkLst>
        <pc:spChg chg="mod">
          <ac:chgData name="zarnain javed" userId="1d654521462ea197" providerId="LiveId" clId="{4184296D-76FB-4A69-8A26-CDEE08C8064A}" dt="2026-01-05T06:59:23.024" v="999" actId="2711"/>
          <ac:spMkLst>
            <pc:docMk/>
            <pc:sldMk cId="0" sldId="298"/>
            <ac:spMk id="2" creationId="{00000000-0000-0000-0000-000000000000}"/>
          </ac:spMkLst>
        </pc:spChg>
        <pc:spChg chg="mod">
          <ac:chgData name="zarnain javed" userId="1d654521462ea197" providerId="LiveId" clId="{4184296D-76FB-4A69-8A26-CDEE08C8064A}" dt="2026-01-05T07:04:38.188" v="1066" actId="115"/>
          <ac:spMkLst>
            <pc:docMk/>
            <pc:sldMk cId="0" sldId="298"/>
            <ac:spMk id="3" creationId="{00000000-0000-0000-0000-000000000000}"/>
          </ac:spMkLst>
        </pc:spChg>
        <pc:picChg chg="add del mod">
          <ac:chgData name="zarnain javed" userId="1d654521462ea197" providerId="LiveId" clId="{4184296D-76FB-4A69-8A26-CDEE08C8064A}" dt="2026-01-07T07:42:02.152" v="2620" actId="478"/>
          <ac:picMkLst>
            <pc:docMk/>
            <pc:sldMk cId="0" sldId="298"/>
            <ac:picMk id="5" creationId="{5C69DA59-10BB-3B61-3890-24EB9B6CB47D}"/>
          </ac:picMkLst>
        </pc:picChg>
        <pc:picChg chg="add mod">
          <ac:chgData name="zarnain javed" userId="1d654521462ea197" providerId="LiveId" clId="{4184296D-76FB-4A69-8A26-CDEE08C8064A}" dt="2026-01-07T07:42:02.622" v="2621"/>
          <ac:picMkLst>
            <pc:docMk/>
            <pc:sldMk cId="0" sldId="298"/>
            <ac:picMk id="6" creationId="{C8353676-642E-1562-6037-B70C923EDBEE}"/>
          </ac:picMkLst>
        </pc:picChg>
      </pc:sldChg>
      <pc:sldChg chg="modSp del mod">
        <pc:chgData name="zarnain javed" userId="1d654521462ea197" providerId="LiveId" clId="{4184296D-76FB-4A69-8A26-CDEE08C8064A}" dt="2026-01-05T06:53:04.255" v="930" actId="47"/>
        <pc:sldMkLst>
          <pc:docMk/>
          <pc:sldMk cId="0" sldId="299"/>
        </pc:sldMkLst>
      </pc:sldChg>
      <pc:sldChg chg="addSp delSp modSp mod">
        <pc:chgData name="zarnain javed" userId="1d654521462ea197" providerId="LiveId" clId="{4184296D-76FB-4A69-8A26-CDEE08C8064A}" dt="2026-01-07T08:27:03.083" v="3018" actId="14734"/>
        <pc:sldMkLst>
          <pc:docMk/>
          <pc:sldMk cId="0" sldId="300"/>
        </pc:sldMkLst>
        <pc:spChg chg="mod">
          <ac:chgData name="zarnain javed" userId="1d654521462ea197" providerId="LiveId" clId="{4184296D-76FB-4A69-8A26-CDEE08C8064A}" dt="2026-01-05T06:52:58.407" v="929" actId="2711"/>
          <ac:spMkLst>
            <pc:docMk/>
            <pc:sldMk cId="0" sldId="300"/>
            <ac:spMk id="2" creationId="{00000000-0000-0000-0000-000000000000}"/>
          </ac:spMkLst>
        </pc:spChg>
        <pc:spChg chg="mod">
          <ac:chgData name="zarnain javed" userId="1d654521462ea197" providerId="LiveId" clId="{4184296D-76FB-4A69-8A26-CDEE08C8064A}" dt="2026-01-07T08:26:52.438" v="3017" actId="20577"/>
          <ac:spMkLst>
            <pc:docMk/>
            <pc:sldMk cId="0" sldId="300"/>
            <ac:spMk id="3" creationId="{00000000-0000-0000-0000-000000000000}"/>
          </ac:spMkLst>
        </pc:spChg>
        <pc:graphicFrameChg chg="add mod modGraphic">
          <ac:chgData name="zarnain javed" userId="1d654521462ea197" providerId="LiveId" clId="{4184296D-76FB-4A69-8A26-CDEE08C8064A}" dt="2026-01-07T08:27:03.083" v="3018" actId="14734"/>
          <ac:graphicFrameMkLst>
            <pc:docMk/>
            <pc:sldMk cId="0" sldId="300"/>
            <ac:graphicFrameMk id="9" creationId="{5C295A4F-1B59-1F39-F581-1E262F4530E8}"/>
          </ac:graphicFrameMkLst>
        </pc:graphicFrameChg>
        <pc:picChg chg="add del mod">
          <ac:chgData name="zarnain javed" userId="1d654521462ea197" providerId="LiveId" clId="{4184296D-76FB-4A69-8A26-CDEE08C8064A}" dt="2026-01-07T07:41:59.021" v="2618" actId="478"/>
          <ac:picMkLst>
            <pc:docMk/>
            <pc:sldMk cId="0" sldId="300"/>
            <ac:picMk id="5" creationId="{DCB2871D-D4CF-6BFF-60D3-6FD09A9DE9DD}"/>
          </ac:picMkLst>
        </pc:picChg>
        <pc:picChg chg="add mod">
          <ac:chgData name="zarnain javed" userId="1d654521462ea197" providerId="LiveId" clId="{4184296D-76FB-4A69-8A26-CDEE08C8064A}" dt="2026-01-07T07:41:59.456" v="2619"/>
          <ac:picMkLst>
            <pc:docMk/>
            <pc:sldMk cId="0" sldId="300"/>
            <ac:picMk id="6" creationId="{285DC388-3F71-442B-558B-73F63D91FF52}"/>
          </ac:picMkLst>
        </pc:picChg>
      </pc:sldChg>
      <pc:sldChg chg="del">
        <pc:chgData name="zarnain javed" userId="1d654521462ea197" providerId="LiveId" clId="{4184296D-76FB-4A69-8A26-CDEE08C8064A}" dt="2026-01-05T05:50:35.239" v="198" actId="2696"/>
        <pc:sldMkLst>
          <pc:docMk/>
          <pc:sldMk cId="0" sldId="301"/>
        </pc:sldMkLst>
      </pc:sldChg>
      <pc:sldChg chg="addSp modSp mod">
        <pc:chgData name="zarnain javed" userId="1d654521462ea197" providerId="LiveId" clId="{4184296D-76FB-4A69-8A26-CDEE08C8064A}" dt="2026-01-07T08:29:40.246" v="3022" actId="207"/>
        <pc:sldMkLst>
          <pc:docMk/>
          <pc:sldMk cId="0" sldId="302"/>
        </pc:sldMkLst>
        <pc:spChg chg="mod">
          <ac:chgData name="zarnain javed" userId="1d654521462ea197" providerId="LiveId" clId="{4184296D-76FB-4A69-8A26-CDEE08C8064A}" dt="2026-01-07T08:29:40.246" v="3022" actId="207"/>
          <ac:spMkLst>
            <pc:docMk/>
            <pc:sldMk cId="0" sldId="302"/>
            <ac:spMk id="2" creationId="{00000000-0000-0000-0000-000000000000}"/>
          </ac:spMkLst>
        </pc:spChg>
        <pc:graphicFrameChg chg="mod modGraphic">
          <ac:chgData name="zarnain javed" userId="1d654521462ea197" providerId="LiveId" clId="{4184296D-76FB-4A69-8A26-CDEE08C8064A}" dt="2026-01-07T08:02:53.434" v="2806" actId="1076"/>
          <ac:graphicFrameMkLst>
            <pc:docMk/>
            <pc:sldMk cId="0" sldId="302"/>
            <ac:graphicFrameMk id="5" creationId="{00000000-0000-0000-0000-000000000000}"/>
          </ac:graphicFrameMkLst>
        </pc:graphicFrameChg>
        <pc:picChg chg="add mod">
          <ac:chgData name="zarnain javed" userId="1d654521462ea197" providerId="LiveId" clId="{4184296D-76FB-4A69-8A26-CDEE08C8064A}" dt="2026-01-07T07:43:40.945" v="2632"/>
          <ac:picMkLst>
            <pc:docMk/>
            <pc:sldMk cId="0" sldId="302"/>
            <ac:picMk id="3" creationId="{C8B6A6B3-0983-9EF2-68A8-0AC72EC374E4}"/>
          </ac:picMkLst>
        </pc:picChg>
      </pc:sldChg>
      <pc:sldChg chg="modSp del mod">
        <pc:chgData name="zarnain javed" userId="1d654521462ea197" providerId="LiveId" clId="{4184296D-76FB-4A69-8A26-CDEE08C8064A}" dt="2026-01-05T06:05:41.582" v="349" actId="2696"/>
        <pc:sldMkLst>
          <pc:docMk/>
          <pc:sldMk cId="0" sldId="303"/>
        </pc:sldMkLst>
      </pc:sldChg>
      <pc:sldChg chg="del">
        <pc:chgData name="zarnain javed" userId="1d654521462ea197" providerId="LiveId" clId="{4184296D-76FB-4A69-8A26-CDEE08C8064A}" dt="2026-01-05T06:17:54.166" v="435" actId="47"/>
        <pc:sldMkLst>
          <pc:docMk/>
          <pc:sldMk cId="0" sldId="304"/>
        </pc:sldMkLst>
      </pc:sldChg>
      <pc:sldChg chg="del">
        <pc:chgData name="zarnain javed" userId="1d654521462ea197" providerId="LiveId" clId="{4184296D-76FB-4A69-8A26-CDEE08C8064A}" dt="2026-01-05T06:17:57.919" v="436" actId="47"/>
        <pc:sldMkLst>
          <pc:docMk/>
          <pc:sldMk cId="0" sldId="305"/>
        </pc:sldMkLst>
      </pc:sldChg>
      <pc:sldChg chg="del">
        <pc:chgData name="zarnain javed" userId="1d654521462ea197" providerId="LiveId" clId="{4184296D-76FB-4A69-8A26-CDEE08C8064A}" dt="2026-01-05T06:18:00.119" v="437" actId="47"/>
        <pc:sldMkLst>
          <pc:docMk/>
          <pc:sldMk cId="0" sldId="306"/>
        </pc:sldMkLst>
      </pc:sldChg>
      <pc:sldChg chg="del">
        <pc:chgData name="zarnain javed" userId="1d654521462ea197" providerId="LiveId" clId="{4184296D-76FB-4A69-8A26-CDEE08C8064A}" dt="2026-01-05T06:18:02.187" v="438" actId="47"/>
        <pc:sldMkLst>
          <pc:docMk/>
          <pc:sldMk cId="0" sldId="307"/>
        </pc:sldMkLst>
      </pc:sldChg>
      <pc:sldChg chg="addSp delSp modSp mod">
        <pc:chgData name="zarnain javed" userId="1d654521462ea197" providerId="LiveId" clId="{4184296D-76FB-4A69-8A26-CDEE08C8064A}" dt="2026-01-07T07:56:37.270" v="2761" actId="21"/>
        <pc:sldMkLst>
          <pc:docMk/>
          <pc:sldMk cId="0" sldId="308"/>
        </pc:sldMkLst>
        <pc:spChg chg="mod">
          <ac:chgData name="zarnain javed" userId="1d654521462ea197" providerId="LiveId" clId="{4184296D-76FB-4A69-8A26-CDEE08C8064A}" dt="2026-01-07T07:56:37.270" v="2761" actId="21"/>
          <ac:spMkLst>
            <pc:docMk/>
            <pc:sldMk cId="0" sldId="308"/>
            <ac:spMk id="3" creationId="{00000000-0000-0000-0000-000000000000}"/>
          </ac:spMkLst>
        </pc:spChg>
        <pc:spChg chg="mod">
          <ac:chgData name="zarnain javed" userId="1d654521462ea197" providerId="LiveId" clId="{4184296D-76FB-4A69-8A26-CDEE08C8064A}" dt="2026-01-05T07:11:21.686" v="1137" actId="207"/>
          <ac:spMkLst>
            <pc:docMk/>
            <pc:sldMk cId="0" sldId="308"/>
            <ac:spMk id="196" creationId="{00000000-0000-0000-0000-000000000000}"/>
          </ac:spMkLst>
        </pc:spChg>
        <pc:picChg chg="add mod">
          <ac:chgData name="zarnain javed" userId="1d654521462ea197" providerId="LiveId" clId="{4184296D-76FB-4A69-8A26-CDEE08C8064A}" dt="2026-01-07T07:42:16.359" v="2629"/>
          <ac:picMkLst>
            <pc:docMk/>
            <pc:sldMk cId="0" sldId="308"/>
            <ac:picMk id="2" creationId="{E103AE8A-6680-7D93-B32C-9E132CE8A1B0}"/>
          </ac:picMkLst>
        </pc:picChg>
        <pc:picChg chg="add del mod">
          <ac:chgData name="zarnain javed" userId="1d654521462ea197" providerId="LiveId" clId="{4184296D-76FB-4A69-8A26-CDEE08C8064A}" dt="2026-01-07T07:42:15.346" v="2628" actId="478"/>
          <ac:picMkLst>
            <pc:docMk/>
            <pc:sldMk cId="0" sldId="308"/>
            <ac:picMk id="5" creationId="{1C579AE3-BCDD-9808-DD8F-40EC63A3B2CB}"/>
          </ac:picMkLst>
        </pc:picChg>
      </pc:sldChg>
      <pc:sldChg chg="addSp delSp modSp new del mod">
        <pc:chgData name="zarnain javed" userId="1d654521462ea197" providerId="LiveId" clId="{4184296D-76FB-4A69-8A26-CDEE08C8064A}" dt="2026-01-05T05:47:31.372" v="187" actId="2696"/>
        <pc:sldMkLst>
          <pc:docMk/>
          <pc:sldMk cId="2461382003" sldId="309"/>
        </pc:sldMkLst>
      </pc:sldChg>
      <pc:sldChg chg="addSp delSp modSp add mod">
        <pc:chgData name="zarnain javed" userId="1d654521462ea197" providerId="LiveId" clId="{4184296D-76FB-4A69-8A26-CDEE08C8064A}" dt="2026-01-07T07:38:58.936" v="2588"/>
        <pc:sldMkLst>
          <pc:docMk/>
          <pc:sldMk cId="546225546" sldId="310"/>
        </pc:sldMkLst>
        <pc:spChg chg="mod">
          <ac:chgData name="zarnain javed" userId="1d654521462ea197" providerId="LiveId" clId="{4184296D-76FB-4A69-8A26-CDEE08C8064A}" dt="2026-01-07T06:11:46.781" v="2567" actId="20577"/>
          <ac:spMkLst>
            <pc:docMk/>
            <pc:sldMk cId="546225546" sldId="310"/>
            <ac:spMk id="130" creationId="{014A2CBB-297D-0220-0A6A-ADECF71A993A}"/>
          </ac:spMkLst>
        </pc:spChg>
        <pc:picChg chg="add mod">
          <ac:chgData name="zarnain javed" userId="1d654521462ea197" providerId="LiveId" clId="{4184296D-76FB-4A69-8A26-CDEE08C8064A}" dt="2026-01-07T07:38:58.936" v="2588"/>
          <ac:picMkLst>
            <pc:docMk/>
            <pc:sldMk cId="546225546" sldId="310"/>
            <ac:picMk id="2" creationId="{3BD27910-DD3E-1585-8E7E-75EB3E0C5008}"/>
          </ac:picMkLst>
        </pc:picChg>
        <pc:picChg chg="del mod">
          <ac:chgData name="zarnain javed" userId="1d654521462ea197" providerId="LiveId" clId="{4184296D-76FB-4A69-8A26-CDEE08C8064A}" dt="2026-01-07T07:38:58.126" v="2587" actId="478"/>
          <ac:picMkLst>
            <pc:docMk/>
            <pc:sldMk cId="546225546" sldId="310"/>
            <ac:picMk id="8" creationId="{E1BD0E5F-5F2A-6616-1C3C-83462D9D783B}"/>
          </ac:picMkLst>
        </pc:picChg>
      </pc:sldChg>
      <pc:sldChg chg="addSp delSp modSp add mod">
        <pc:chgData name="zarnain javed" userId="1d654521462ea197" providerId="LiveId" clId="{4184296D-76FB-4A69-8A26-CDEE08C8064A}" dt="2026-01-07T07:41:18.794" v="2607"/>
        <pc:sldMkLst>
          <pc:docMk/>
          <pc:sldMk cId="3730588864" sldId="311"/>
        </pc:sldMkLst>
        <pc:spChg chg="mod">
          <ac:chgData name="zarnain javed" userId="1d654521462ea197" providerId="LiveId" clId="{4184296D-76FB-4A69-8A26-CDEE08C8064A}" dt="2026-01-06T07:07:57.522" v="2563" actId="20577"/>
          <ac:spMkLst>
            <pc:docMk/>
            <pc:sldMk cId="3730588864" sldId="311"/>
            <ac:spMk id="7" creationId="{470D3D4C-8695-26F5-4AA7-49309FE6F0CC}"/>
          </ac:spMkLst>
        </pc:spChg>
        <pc:spChg chg="mod">
          <ac:chgData name="zarnain javed" userId="1d654521462ea197" providerId="LiveId" clId="{4184296D-76FB-4A69-8A26-CDEE08C8064A}" dt="2026-01-05T06:27:15.230" v="596" actId="207"/>
          <ac:spMkLst>
            <pc:docMk/>
            <pc:sldMk cId="3730588864" sldId="311"/>
            <ac:spMk id="181" creationId="{E268F029-4CBF-3EF6-47C9-DE318218EE27}"/>
          </ac:spMkLst>
        </pc:spChg>
        <pc:picChg chg="add mod">
          <ac:chgData name="zarnain javed" userId="1d654521462ea197" providerId="LiveId" clId="{4184296D-76FB-4A69-8A26-CDEE08C8064A}" dt="2026-01-07T07:41:18.794" v="2607"/>
          <ac:picMkLst>
            <pc:docMk/>
            <pc:sldMk cId="3730588864" sldId="311"/>
            <ac:picMk id="2" creationId="{59F61274-7817-001F-A48B-BD23CA63DC50}"/>
          </ac:picMkLst>
        </pc:picChg>
        <pc:picChg chg="del">
          <ac:chgData name="zarnain javed" userId="1d654521462ea197" providerId="LiveId" clId="{4184296D-76FB-4A69-8A26-CDEE08C8064A}" dt="2026-01-07T07:41:18.347" v="2606" actId="478"/>
          <ac:picMkLst>
            <pc:docMk/>
            <pc:sldMk cId="3730588864" sldId="311"/>
            <ac:picMk id="4" creationId="{CE396BA3-6192-3B07-C196-615C2AE9C188}"/>
          </ac:picMkLst>
        </pc:picChg>
      </pc:sldChg>
      <pc:sldChg chg="addSp delSp modSp add mod">
        <pc:chgData name="zarnain javed" userId="1d654521462ea197" providerId="LiveId" clId="{4184296D-76FB-4A69-8A26-CDEE08C8064A}" dt="2026-01-07T08:29:57.494" v="3025" actId="207"/>
        <pc:sldMkLst>
          <pc:docMk/>
          <pc:sldMk cId="217564024" sldId="312"/>
        </pc:sldMkLst>
        <pc:spChg chg="del">
          <ac:chgData name="zarnain javed" userId="1d654521462ea197" providerId="LiveId" clId="{4184296D-76FB-4A69-8A26-CDEE08C8064A}" dt="2026-01-07T08:01:42.194" v="2800" actId="478"/>
          <ac:spMkLst>
            <pc:docMk/>
            <pc:sldMk cId="217564024" sldId="312"/>
            <ac:spMk id="2" creationId="{765854C8-CFD1-2A47-A242-47C1CB308CFC}"/>
          </ac:spMkLst>
        </pc:spChg>
        <pc:spChg chg="add mod">
          <ac:chgData name="zarnain javed" userId="1d654521462ea197" providerId="LiveId" clId="{4184296D-76FB-4A69-8A26-CDEE08C8064A}" dt="2026-01-07T08:29:57.494" v="3025" actId="207"/>
          <ac:spMkLst>
            <pc:docMk/>
            <pc:sldMk cId="217564024" sldId="312"/>
            <ac:spMk id="6" creationId="{BB1944EF-CD44-E624-6A39-CBDADD256533}"/>
          </ac:spMkLst>
        </pc:spChg>
        <pc:graphicFrameChg chg="mod modGraphic">
          <ac:chgData name="zarnain javed" userId="1d654521462ea197" providerId="LiveId" clId="{4184296D-76FB-4A69-8A26-CDEE08C8064A}" dt="2026-01-07T08:02:38.137" v="2805" actId="1076"/>
          <ac:graphicFrameMkLst>
            <pc:docMk/>
            <pc:sldMk cId="217564024" sldId="312"/>
            <ac:graphicFrameMk id="5" creationId="{9C2EB26E-035C-1E8F-7B94-501BC5076F56}"/>
          </ac:graphicFrameMkLst>
        </pc:graphicFrameChg>
        <pc:picChg chg="add mod">
          <ac:chgData name="zarnain javed" userId="1d654521462ea197" providerId="LiveId" clId="{4184296D-76FB-4A69-8A26-CDEE08C8064A}" dt="2026-01-07T08:02:28.761" v="2804" actId="1076"/>
          <ac:picMkLst>
            <pc:docMk/>
            <pc:sldMk cId="217564024" sldId="312"/>
            <ac:picMk id="3" creationId="{9A73B0D5-5E36-9E3E-E902-9679242A6BD5}"/>
          </ac:picMkLst>
        </pc:picChg>
      </pc:sldChg>
      <pc:sldChg chg="addSp delSp modSp add mod">
        <pc:chgData name="zarnain javed" userId="1d654521462ea197" providerId="LiveId" clId="{4184296D-76FB-4A69-8A26-CDEE08C8064A}" dt="2026-01-07T08:30:04.121" v="3026" actId="207"/>
        <pc:sldMkLst>
          <pc:docMk/>
          <pc:sldMk cId="1924458798" sldId="313"/>
        </pc:sldMkLst>
        <pc:spChg chg="del mod">
          <ac:chgData name="zarnain javed" userId="1d654521462ea197" providerId="LiveId" clId="{4184296D-76FB-4A69-8A26-CDEE08C8064A}" dt="2026-01-07T08:03:07.072" v="2807" actId="478"/>
          <ac:spMkLst>
            <pc:docMk/>
            <pc:sldMk cId="1924458798" sldId="313"/>
            <ac:spMk id="2" creationId="{938FCB0B-75EB-71C1-E65E-D30CFC4C8C34}"/>
          </ac:spMkLst>
        </pc:spChg>
        <pc:spChg chg="add mod">
          <ac:chgData name="zarnain javed" userId="1d654521462ea197" providerId="LiveId" clId="{4184296D-76FB-4A69-8A26-CDEE08C8064A}" dt="2026-01-07T08:30:04.121" v="3026" actId="207"/>
          <ac:spMkLst>
            <pc:docMk/>
            <pc:sldMk cId="1924458798" sldId="313"/>
            <ac:spMk id="6" creationId="{5594E6EB-F64A-ABE5-99FE-70BC3F1B43A9}"/>
          </ac:spMkLst>
        </pc:spChg>
        <pc:graphicFrameChg chg="mod modGraphic">
          <ac:chgData name="zarnain javed" userId="1d654521462ea197" providerId="LiveId" clId="{4184296D-76FB-4A69-8A26-CDEE08C8064A}" dt="2026-01-07T08:22:48.233" v="2930" actId="1076"/>
          <ac:graphicFrameMkLst>
            <pc:docMk/>
            <pc:sldMk cId="1924458798" sldId="313"/>
            <ac:graphicFrameMk id="5" creationId="{C9EDF169-FFC4-DBA7-6A9C-A4F8E0F18F23}"/>
          </ac:graphicFrameMkLst>
        </pc:graphicFrameChg>
        <pc:picChg chg="add mod">
          <ac:chgData name="zarnain javed" userId="1d654521462ea197" providerId="LiveId" clId="{4184296D-76FB-4A69-8A26-CDEE08C8064A}" dt="2026-01-07T07:44:31.827" v="2634"/>
          <ac:picMkLst>
            <pc:docMk/>
            <pc:sldMk cId="1924458798" sldId="313"/>
            <ac:picMk id="3" creationId="{D72DC291-FE7D-A136-9DE6-D149025E8AFD}"/>
          </ac:picMkLst>
        </pc:picChg>
      </pc:sldChg>
      <pc:sldChg chg="add del">
        <pc:chgData name="zarnain javed" userId="1d654521462ea197" providerId="LiveId" clId="{4184296D-76FB-4A69-8A26-CDEE08C8064A}" dt="2026-01-05T06:11:18.154" v="397" actId="47"/>
        <pc:sldMkLst>
          <pc:docMk/>
          <pc:sldMk cId="2380704565" sldId="314"/>
        </pc:sldMkLst>
      </pc:sldChg>
      <pc:sldChg chg="addSp delSp modSp add mod">
        <pc:chgData name="zarnain javed" userId="1d654521462ea197" providerId="LiveId" clId="{4184296D-76FB-4A69-8A26-CDEE08C8064A}" dt="2026-01-07T08:30:09.720" v="3027" actId="207"/>
        <pc:sldMkLst>
          <pc:docMk/>
          <pc:sldMk cId="2483051301" sldId="314"/>
        </pc:sldMkLst>
        <pc:spChg chg="del">
          <ac:chgData name="zarnain javed" userId="1d654521462ea197" providerId="LiveId" clId="{4184296D-76FB-4A69-8A26-CDEE08C8064A}" dt="2026-01-07T08:23:09.617" v="2931" actId="478"/>
          <ac:spMkLst>
            <pc:docMk/>
            <pc:sldMk cId="2483051301" sldId="314"/>
            <ac:spMk id="2" creationId="{EA514201-03A1-5EA2-A00A-0469D050054A}"/>
          </ac:spMkLst>
        </pc:spChg>
        <pc:spChg chg="add mod">
          <ac:chgData name="zarnain javed" userId="1d654521462ea197" providerId="LiveId" clId="{4184296D-76FB-4A69-8A26-CDEE08C8064A}" dt="2026-01-07T08:30:09.720" v="3027" actId="207"/>
          <ac:spMkLst>
            <pc:docMk/>
            <pc:sldMk cId="2483051301" sldId="314"/>
            <ac:spMk id="6" creationId="{B5A165C9-4CC1-E47A-D5D3-5CDDB73EF461}"/>
          </ac:spMkLst>
        </pc:spChg>
        <pc:graphicFrameChg chg="mod modGraphic">
          <ac:chgData name="zarnain javed" userId="1d654521462ea197" providerId="LiveId" clId="{4184296D-76FB-4A69-8A26-CDEE08C8064A}" dt="2026-01-07T08:23:57.452" v="2936" actId="1076"/>
          <ac:graphicFrameMkLst>
            <pc:docMk/>
            <pc:sldMk cId="2483051301" sldId="314"/>
            <ac:graphicFrameMk id="5" creationId="{5F3E1ED3-4FBB-A02B-0F98-3D46387005BD}"/>
          </ac:graphicFrameMkLst>
        </pc:graphicFrameChg>
        <pc:picChg chg="add mod">
          <ac:chgData name="zarnain javed" userId="1d654521462ea197" providerId="LiveId" clId="{4184296D-76FB-4A69-8A26-CDEE08C8064A}" dt="2026-01-07T07:44:34.861" v="2635"/>
          <ac:picMkLst>
            <pc:docMk/>
            <pc:sldMk cId="2483051301" sldId="314"/>
            <ac:picMk id="3" creationId="{45F65932-168F-D1B0-FC22-9DCB6C0E0D73}"/>
          </ac:picMkLst>
        </pc:picChg>
      </pc:sldChg>
      <pc:sldChg chg="addSp delSp modSp add mod">
        <pc:chgData name="zarnain javed" userId="1d654521462ea197" providerId="LiveId" clId="{4184296D-76FB-4A69-8A26-CDEE08C8064A}" dt="2026-01-07T08:30:16.315" v="3028" actId="207"/>
        <pc:sldMkLst>
          <pc:docMk/>
          <pc:sldMk cId="3222720079" sldId="315"/>
        </pc:sldMkLst>
        <pc:spChg chg="del mod">
          <ac:chgData name="zarnain javed" userId="1d654521462ea197" providerId="LiveId" clId="{4184296D-76FB-4A69-8A26-CDEE08C8064A}" dt="2026-01-07T08:22:04.898" v="2923" actId="478"/>
          <ac:spMkLst>
            <pc:docMk/>
            <pc:sldMk cId="3222720079" sldId="315"/>
            <ac:spMk id="2" creationId="{A8882FCA-ED67-CB0D-382B-3B9A93F6AB23}"/>
          </ac:spMkLst>
        </pc:spChg>
        <pc:spChg chg="add del">
          <ac:chgData name="zarnain javed" userId="1d654521462ea197" providerId="LiveId" clId="{4184296D-76FB-4A69-8A26-CDEE08C8064A}" dt="2026-01-07T08:21:48.775" v="2922" actId="22"/>
          <ac:spMkLst>
            <pc:docMk/>
            <pc:sldMk cId="3222720079" sldId="315"/>
            <ac:spMk id="7" creationId="{0EC2E918-303B-64E6-8315-B585F77E459F}"/>
          </ac:spMkLst>
        </pc:spChg>
        <pc:spChg chg="add mod">
          <ac:chgData name="zarnain javed" userId="1d654521462ea197" providerId="LiveId" clId="{4184296D-76FB-4A69-8A26-CDEE08C8064A}" dt="2026-01-07T08:30:16.315" v="3028" actId="207"/>
          <ac:spMkLst>
            <pc:docMk/>
            <pc:sldMk cId="3222720079" sldId="315"/>
            <ac:spMk id="8" creationId="{C17DC2F6-A339-3F44-9DE4-969CFB184C2E}"/>
          </ac:spMkLst>
        </pc:spChg>
        <pc:graphicFrameChg chg="mod modGraphic">
          <ac:chgData name="zarnain javed" userId="1d654521462ea197" providerId="LiveId" clId="{4184296D-76FB-4A69-8A26-CDEE08C8064A}" dt="2026-01-07T08:25:08.476" v="3001" actId="1076"/>
          <ac:graphicFrameMkLst>
            <pc:docMk/>
            <pc:sldMk cId="3222720079" sldId="315"/>
            <ac:graphicFrameMk id="5" creationId="{4CE67854-FE29-7C39-9B38-45EFD2A49890}"/>
          </ac:graphicFrameMkLst>
        </pc:graphicFrameChg>
        <pc:picChg chg="add mod">
          <ac:chgData name="zarnain javed" userId="1d654521462ea197" providerId="LiveId" clId="{4184296D-76FB-4A69-8A26-CDEE08C8064A}" dt="2026-01-07T07:44:38.056" v="2636"/>
          <ac:picMkLst>
            <pc:docMk/>
            <pc:sldMk cId="3222720079" sldId="315"/>
            <ac:picMk id="3" creationId="{98A67669-5B2B-5E8B-BB21-58B5501F68E2}"/>
          </ac:picMkLst>
        </pc:picChg>
      </pc:sldChg>
      <pc:sldChg chg="addSp delSp modSp add del mod">
        <pc:chgData name="zarnain javed" userId="1d654521462ea197" providerId="LiveId" clId="{4184296D-76FB-4A69-8A26-CDEE08C8064A}" dt="2026-01-07T07:40:23.536" v="2595" actId="47"/>
        <pc:sldMkLst>
          <pc:docMk/>
          <pc:sldMk cId="2213022375" sldId="316"/>
        </pc:sldMkLst>
        <pc:picChg chg="add mod">
          <ac:chgData name="zarnain javed" userId="1d654521462ea197" providerId="LiveId" clId="{4184296D-76FB-4A69-8A26-CDEE08C8064A}" dt="2026-01-07T07:39:06.456" v="2592"/>
          <ac:picMkLst>
            <pc:docMk/>
            <pc:sldMk cId="2213022375" sldId="316"/>
            <ac:picMk id="2" creationId="{C5872C20-1B1A-ACE8-930B-EE6E4E9157D8}"/>
          </ac:picMkLst>
        </pc:picChg>
        <pc:picChg chg="del mod">
          <ac:chgData name="zarnain javed" userId="1d654521462ea197" providerId="LiveId" clId="{4184296D-76FB-4A69-8A26-CDEE08C8064A}" dt="2026-01-07T07:39:05.807" v="2591" actId="478"/>
          <ac:picMkLst>
            <pc:docMk/>
            <pc:sldMk cId="2213022375" sldId="316"/>
            <ac:picMk id="8" creationId="{B185E02E-B871-625A-F659-474F697D65B7}"/>
          </ac:picMkLst>
        </pc:picChg>
      </pc:sldChg>
      <pc:sldChg chg="modSp add del mod ord">
        <pc:chgData name="zarnain javed" userId="1d654521462ea197" providerId="LiveId" clId="{4184296D-76FB-4A69-8A26-CDEE08C8064A}" dt="2026-01-07T07:40:28.380" v="2596" actId="47"/>
        <pc:sldMkLst>
          <pc:docMk/>
          <pc:sldMk cId="1017234695" sldId="317"/>
        </pc:sldMkLst>
      </pc:sldChg>
      <pc:sldChg chg="modSp add del mod ord">
        <pc:chgData name="zarnain javed" userId="1d654521462ea197" providerId="LiveId" clId="{4184296D-76FB-4A69-8A26-CDEE08C8064A}" dt="2026-01-07T07:40:31.585" v="2597" actId="47"/>
        <pc:sldMkLst>
          <pc:docMk/>
          <pc:sldMk cId="4185362062" sldId="318"/>
        </pc:sldMkLst>
      </pc:sldChg>
      <pc:sldChg chg="modSp add del mod ord">
        <pc:chgData name="zarnain javed" userId="1d654521462ea197" providerId="LiveId" clId="{4184296D-76FB-4A69-8A26-CDEE08C8064A}" dt="2026-01-07T07:40:34.073" v="2598" actId="47"/>
        <pc:sldMkLst>
          <pc:docMk/>
          <pc:sldMk cId="1486121114" sldId="319"/>
        </pc:sldMkLst>
      </pc:sldChg>
      <pc:sldChg chg="modSp add del mod ord">
        <pc:chgData name="zarnain javed" userId="1d654521462ea197" providerId="LiveId" clId="{4184296D-76FB-4A69-8A26-CDEE08C8064A}" dt="2026-01-07T07:40:39.196" v="2600" actId="47"/>
        <pc:sldMkLst>
          <pc:docMk/>
          <pc:sldMk cId="996175421" sldId="320"/>
        </pc:sldMkLst>
      </pc:sldChg>
      <pc:sldChg chg="addSp delSp modSp add mod ord">
        <pc:chgData name="zarnain javed" userId="1d654521462ea197" providerId="LiveId" clId="{4184296D-76FB-4A69-8A26-CDEE08C8064A}" dt="2026-01-07T07:41:45.555" v="2611"/>
        <pc:sldMkLst>
          <pc:docMk/>
          <pc:sldMk cId="1529739724" sldId="321"/>
        </pc:sldMkLst>
        <pc:spChg chg="mod">
          <ac:chgData name="zarnain javed" userId="1d654521462ea197" providerId="LiveId" clId="{4184296D-76FB-4A69-8A26-CDEE08C8064A}" dt="2026-01-05T16:45:17.380" v="2424" actId="20577"/>
          <ac:spMkLst>
            <pc:docMk/>
            <pc:sldMk cId="1529739724" sldId="321"/>
            <ac:spMk id="8" creationId="{558133B4-95E3-2316-4925-A4ABA7EE7A78}"/>
          </ac:spMkLst>
        </pc:spChg>
        <pc:picChg chg="add del mod">
          <ac:chgData name="zarnain javed" userId="1d654521462ea197" providerId="LiveId" clId="{4184296D-76FB-4A69-8A26-CDEE08C8064A}" dt="2026-01-07T07:41:45.029" v="2610" actId="478"/>
          <ac:picMkLst>
            <pc:docMk/>
            <pc:sldMk cId="1529739724" sldId="321"/>
            <ac:picMk id="2" creationId="{1150FC95-D2A8-FAF8-1C6C-1C3B88CA1B60}"/>
          </ac:picMkLst>
        </pc:picChg>
        <pc:picChg chg="add mod">
          <ac:chgData name="zarnain javed" userId="1d654521462ea197" providerId="LiveId" clId="{4184296D-76FB-4A69-8A26-CDEE08C8064A}" dt="2026-01-07T07:41:45.555" v="2611"/>
          <ac:picMkLst>
            <pc:docMk/>
            <pc:sldMk cId="1529739724" sldId="321"/>
            <ac:picMk id="3" creationId="{7182023C-58EE-7555-4BB7-83C6EFD1E282}"/>
          </ac:picMkLst>
        </pc:picChg>
      </pc:sldChg>
      <pc:sldChg chg="addSp delSp modSp add mod">
        <pc:chgData name="zarnain javed" userId="1d654521462ea197" providerId="LiveId" clId="{4184296D-76FB-4A69-8A26-CDEE08C8064A}" dt="2026-01-07T07:41:49.124" v="2613"/>
        <pc:sldMkLst>
          <pc:docMk/>
          <pc:sldMk cId="4256712632" sldId="322"/>
        </pc:sldMkLst>
        <pc:spChg chg="mod">
          <ac:chgData name="zarnain javed" userId="1d654521462ea197" providerId="LiveId" clId="{4184296D-76FB-4A69-8A26-CDEE08C8064A}" dt="2026-01-05T16:47:02.891" v="2447" actId="20577"/>
          <ac:spMkLst>
            <pc:docMk/>
            <pc:sldMk cId="4256712632" sldId="322"/>
            <ac:spMk id="8" creationId="{4A0120A5-3ACE-9EDD-8F8A-06048FF84DB0}"/>
          </ac:spMkLst>
        </pc:spChg>
        <pc:picChg chg="add del mod">
          <ac:chgData name="zarnain javed" userId="1d654521462ea197" providerId="LiveId" clId="{4184296D-76FB-4A69-8A26-CDEE08C8064A}" dt="2026-01-07T07:41:48.668" v="2612" actId="478"/>
          <ac:picMkLst>
            <pc:docMk/>
            <pc:sldMk cId="4256712632" sldId="322"/>
            <ac:picMk id="2" creationId="{AD8A5E5B-C441-949F-E6AD-2581F801A153}"/>
          </ac:picMkLst>
        </pc:picChg>
        <pc:picChg chg="add mod">
          <ac:chgData name="zarnain javed" userId="1d654521462ea197" providerId="LiveId" clId="{4184296D-76FB-4A69-8A26-CDEE08C8064A}" dt="2026-01-07T07:41:49.124" v="2613"/>
          <ac:picMkLst>
            <pc:docMk/>
            <pc:sldMk cId="4256712632" sldId="322"/>
            <ac:picMk id="3" creationId="{3673EB9E-2C68-B563-7B2B-91F0E752DE04}"/>
          </ac:picMkLst>
        </pc:picChg>
      </pc:sldChg>
      <pc:sldChg chg="addSp delSp modSp add mod">
        <pc:chgData name="zarnain javed" userId="1d654521462ea197" providerId="LiveId" clId="{4184296D-76FB-4A69-8A26-CDEE08C8064A}" dt="2026-01-07T07:41:52.595" v="2615"/>
        <pc:sldMkLst>
          <pc:docMk/>
          <pc:sldMk cId="255100275" sldId="323"/>
        </pc:sldMkLst>
        <pc:spChg chg="mod">
          <ac:chgData name="zarnain javed" userId="1d654521462ea197" providerId="LiveId" clId="{4184296D-76FB-4A69-8A26-CDEE08C8064A}" dt="2026-01-05T16:45:53.894" v="2426" actId="2711"/>
          <ac:spMkLst>
            <pc:docMk/>
            <pc:sldMk cId="255100275" sldId="323"/>
            <ac:spMk id="8" creationId="{C83A1C9A-D282-AAD1-E82B-A33493B0E235}"/>
          </ac:spMkLst>
        </pc:spChg>
        <pc:picChg chg="add del mod">
          <ac:chgData name="zarnain javed" userId="1d654521462ea197" providerId="LiveId" clId="{4184296D-76FB-4A69-8A26-CDEE08C8064A}" dt="2026-01-07T07:41:52.156" v="2614" actId="478"/>
          <ac:picMkLst>
            <pc:docMk/>
            <pc:sldMk cId="255100275" sldId="323"/>
            <ac:picMk id="2" creationId="{6D6EB728-240B-1D0E-1F72-266FE9A66DD6}"/>
          </ac:picMkLst>
        </pc:picChg>
        <pc:picChg chg="add mod">
          <ac:chgData name="zarnain javed" userId="1d654521462ea197" providerId="LiveId" clId="{4184296D-76FB-4A69-8A26-CDEE08C8064A}" dt="2026-01-07T07:41:52.595" v="2615"/>
          <ac:picMkLst>
            <pc:docMk/>
            <pc:sldMk cId="255100275" sldId="323"/>
            <ac:picMk id="3" creationId="{E9189209-B8E6-D848-DE6B-3725165BF3CC}"/>
          </ac:picMkLst>
        </pc:picChg>
      </pc:sldChg>
      <pc:sldChg chg="addSp delSp modSp add mod setBg">
        <pc:chgData name="zarnain javed" userId="1d654521462ea197" providerId="LiveId" clId="{4184296D-76FB-4A69-8A26-CDEE08C8064A}" dt="2026-01-07T07:41:55.916" v="2617"/>
        <pc:sldMkLst>
          <pc:docMk/>
          <pc:sldMk cId="1230653370" sldId="324"/>
        </pc:sldMkLst>
        <pc:spChg chg="mod">
          <ac:chgData name="zarnain javed" userId="1d654521462ea197" providerId="LiveId" clId="{4184296D-76FB-4A69-8A26-CDEE08C8064A}" dt="2026-01-05T16:46:02.427" v="2427" actId="2711"/>
          <ac:spMkLst>
            <pc:docMk/>
            <pc:sldMk cId="1230653370" sldId="324"/>
            <ac:spMk id="8" creationId="{3AB6137D-DD66-6FCB-7BFD-B3E8DD5E4ECD}"/>
          </ac:spMkLst>
        </pc:spChg>
        <pc:picChg chg="add del mod">
          <ac:chgData name="zarnain javed" userId="1d654521462ea197" providerId="LiveId" clId="{4184296D-76FB-4A69-8A26-CDEE08C8064A}" dt="2026-01-07T07:41:55.438" v="2616" actId="478"/>
          <ac:picMkLst>
            <pc:docMk/>
            <pc:sldMk cId="1230653370" sldId="324"/>
            <ac:picMk id="2" creationId="{3FE10011-B8C1-2E1D-0448-E001877142FF}"/>
          </ac:picMkLst>
        </pc:picChg>
        <pc:picChg chg="add mod">
          <ac:chgData name="zarnain javed" userId="1d654521462ea197" providerId="LiveId" clId="{4184296D-76FB-4A69-8A26-CDEE08C8064A}" dt="2026-01-07T07:41:55.916" v="2617"/>
          <ac:picMkLst>
            <pc:docMk/>
            <pc:sldMk cId="1230653370" sldId="324"/>
            <ac:picMk id="3" creationId="{7322F007-BCDE-B451-7FE8-76DBBE59FD45}"/>
          </ac:picMkLst>
        </pc:picChg>
      </pc:sldChg>
      <pc:sldChg chg="modSp add del mod ord">
        <pc:chgData name="zarnain javed" userId="1d654521462ea197" providerId="LiveId" clId="{4184296D-76FB-4A69-8A26-CDEE08C8064A}" dt="2026-01-07T07:40:42.720" v="2601" actId="47"/>
        <pc:sldMkLst>
          <pc:docMk/>
          <pc:sldMk cId="1342802263" sldId="325"/>
        </pc:sldMkLst>
      </pc:sldChg>
      <pc:sldChg chg="addSp delSp modSp add mod">
        <pc:chgData name="zarnain javed" userId="1d654521462ea197" providerId="LiveId" clId="{4184296D-76FB-4A69-8A26-CDEE08C8064A}" dt="2026-01-07T07:58:25.467" v="2782" actId="20577"/>
        <pc:sldMkLst>
          <pc:docMk/>
          <pc:sldMk cId="1202567483" sldId="326"/>
        </pc:sldMkLst>
        <pc:spChg chg="mod">
          <ac:chgData name="zarnain javed" userId="1d654521462ea197" providerId="LiveId" clId="{4184296D-76FB-4A69-8A26-CDEE08C8064A}" dt="2026-01-07T07:58:25.467" v="2782" actId="20577"/>
          <ac:spMkLst>
            <pc:docMk/>
            <pc:sldMk cId="1202567483" sldId="326"/>
            <ac:spMk id="3" creationId="{AD86658F-507C-006B-DCF3-7E02A9FA8C0E}"/>
          </ac:spMkLst>
        </pc:spChg>
        <pc:picChg chg="add mod">
          <ac:chgData name="zarnain javed" userId="1d654521462ea197" providerId="LiveId" clId="{4184296D-76FB-4A69-8A26-CDEE08C8064A}" dt="2026-01-07T07:42:19.452" v="2631"/>
          <ac:picMkLst>
            <pc:docMk/>
            <pc:sldMk cId="1202567483" sldId="326"/>
            <ac:picMk id="2" creationId="{64ABE169-627D-24A0-FAF4-00360ACEBCA1}"/>
          </ac:picMkLst>
        </pc:picChg>
        <pc:picChg chg="del mod">
          <ac:chgData name="zarnain javed" userId="1d654521462ea197" providerId="LiveId" clId="{4184296D-76FB-4A69-8A26-CDEE08C8064A}" dt="2026-01-07T07:42:19.011" v="2630" actId="478"/>
          <ac:picMkLst>
            <pc:docMk/>
            <pc:sldMk cId="1202567483" sldId="326"/>
            <ac:picMk id="5" creationId="{6B8FB615-F7C3-F7A8-E190-86D04C106F34}"/>
          </ac:picMkLst>
        </pc:picChg>
      </pc:sldChg>
      <pc:sldChg chg="modSp add del mod">
        <pc:chgData name="zarnain javed" userId="1d654521462ea197" providerId="LiveId" clId="{4184296D-76FB-4A69-8A26-CDEE08C8064A}" dt="2026-01-05T07:05:16.155" v="1070" actId="2890"/>
        <pc:sldMkLst>
          <pc:docMk/>
          <pc:sldMk cId="2774358448" sldId="326"/>
        </pc:sldMkLst>
      </pc:sldChg>
      <pc:sldChg chg="addSp delSp modSp add del mod">
        <pc:chgData name="zarnain javed" userId="1d654521462ea197" providerId="LiveId" clId="{4184296D-76FB-4A69-8A26-CDEE08C8064A}" dt="2026-01-05T08:08:14.812" v="1696" actId="47"/>
        <pc:sldMkLst>
          <pc:docMk/>
          <pc:sldMk cId="3328417917" sldId="327"/>
        </pc:sldMkLst>
      </pc:sldChg>
      <pc:sldChg chg="addSp delSp modSp add mod">
        <pc:chgData name="zarnain javed" userId="1d654521462ea197" providerId="LiveId" clId="{4184296D-76FB-4A69-8A26-CDEE08C8064A}" dt="2026-01-07T07:42:08.874" v="2625"/>
        <pc:sldMkLst>
          <pc:docMk/>
          <pc:sldMk cId="641619047" sldId="328"/>
        </pc:sldMkLst>
        <pc:picChg chg="del">
          <ac:chgData name="zarnain javed" userId="1d654521462ea197" providerId="LiveId" clId="{4184296D-76FB-4A69-8A26-CDEE08C8064A}" dt="2026-01-07T07:42:08.435" v="2624" actId="478"/>
          <ac:picMkLst>
            <pc:docMk/>
            <pc:sldMk cId="641619047" sldId="328"/>
            <ac:picMk id="3" creationId="{9A7AB330-0A8A-5851-3470-7B8B74013354}"/>
          </ac:picMkLst>
        </pc:picChg>
        <pc:picChg chg="add mod">
          <ac:chgData name="zarnain javed" userId="1d654521462ea197" providerId="LiveId" clId="{4184296D-76FB-4A69-8A26-CDEE08C8064A}" dt="2026-01-07T07:42:08.874" v="2625"/>
          <ac:picMkLst>
            <pc:docMk/>
            <pc:sldMk cId="641619047" sldId="328"/>
            <ac:picMk id="6" creationId="{BE18E2D0-7F97-3223-0473-458AD5BE9D9A}"/>
          </ac:picMkLst>
        </pc:picChg>
        <pc:picChg chg="add mod modCrop">
          <ac:chgData name="zarnain javed" userId="1d654521462ea197" providerId="LiveId" clId="{4184296D-76FB-4A69-8A26-CDEE08C8064A}" dt="2026-01-05T08:08:08.084" v="1695" actId="1076"/>
          <ac:picMkLst>
            <pc:docMk/>
            <pc:sldMk cId="641619047" sldId="328"/>
            <ac:picMk id="11" creationId="{CD6DB506-A0BB-E098-D2D0-8CE7D1545CC7}"/>
          </ac:picMkLst>
        </pc:picChg>
      </pc:sldChg>
      <pc:sldChg chg="addSp delSp modSp add mod">
        <pc:chgData name="zarnain javed" userId="1d654521462ea197" providerId="LiveId" clId="{4184296D-76FB-4A69-8A26-CDEE08C8064A}" dt="2026-01-07T07:45:41.090" v="2637" actId="20577"/>
        <pc:sldMkLst>
          <pc:docMk/>
          <pc:sldMk cId="2796431548" sldId="329"/>
        </pc:sldMkLst>
        <pc:spChg chg="mod">
          <ac:chgData name="zarnain javed" userId="1d654521462ea197" providerId="LiveId" clId="{4184296D-76FB-4A69-8A26-CDEE08C8064A}" dt="2026-01-07T07:45:41.090" v="2637" actId="20577"/>
          <ac:spMkLst>
            <pc:docMk/>
            <pc:sldMk cId="2796431548" sldId="329"/>
            <ac:spMk id="8" creationId="{C981F6FC-FB6C-7EB8-A8F4-F94C1CAA1B5F}"/>
          </ac:spMkLst>
        </pc:spChg>
        <pc:spChg chg="mod">
          <ac:chgData name="zarnain javed" userId="1d654521462ea197" providerId="LiveId" clId="{4184296D-76FB-4A69-8A26-CDEE08C8064A}" dt="2026-01-05T16:11:18.833" v="1883" actId="2711"/>
          <ac:spMkLst>
            <pc:docMk/>
            <pc:sldMk cId="2796431548" sldId="329"/>
            <ac:spMk id="139" creationId="{E90C9FF6-D7D0-FDDB-6F26-4AB0FB6FCAF2}"/>
          </ac:spMkLst>
        </pc:spChg>
        <pc:picChg chg="add mod">
          <ac:chgData name="zarnain javed" userId="1d654521462ea197" providerId="LiveId" clId="{4184296D-76FB-4A69-8A26-CDEE08C8064A}" dt="2026-01-05T16:13:33.303" v="1888" actId="1076"/>
          <ac:picMkLst>
            <pc:docMk/>
            <pc:sldMk cId="2796431548" sldId="329"/>
            <ac:picMk id="5" creationId="{9D5B1972-083A-6563-CA06-D16DE83C6792}"/>
          </ac:picMkLst>
        </pc:picChg>
        <pc:picChg chg="mod">
          <ac:chgData name="zarnain javed" userId="1d654521462ea197" providerId="LiveId" clId="{4184296D-76FB-4A69-8A26-CDEE08C8064A}" dt="2026-01-07T07:38:18.202" v="2580" actId="1076"/>
          <ac:picMkLst>
            <pc:docMk/>
            <pc:sldMk cId="2796431548" sldId="329"/>
            <ac:picMk id="9" creationId="{C2685F89-DB6F-464F-924B-E2054380ECEE}"/>
          </ac:picMkLst>
        </pc:picChg>
      </pc:sldChg>
      <pc:sldChg chg="addSp delSp modSp add mod">
        <pc:chgData name="zarnain javed" userId="1d654521462ea197" providerId="LiveId" clId="{4184296D-76FB-4A69-8A26-CDEE08C8064A}" dt="2026-01-07T07:45:47.132" v="2638" actId="20577"/>
        <pc:sldMkLst>
          <pc:docMk/>
          <pc:sldMk cId="3507152430" sldId="330"/>
        </pc:sldMkLst>
        <pc:spChg chg="mod">
          <ac:chgData name="zarnain javed" userId="1d654521462ea197" providerId="LiveId" clId="{4184296D-76FB-4A69-8A26-CDEE08C8064A}" dt="2026-01-07T07:45:47.132" v="2638" actId="20577"/>
          <ac:spMkLst>
            <pc:docMk/>
            <pc:sldMk cId="3507152430" sldId="330"/>
            <ac:spMk id="8" creationId="{FE2BF7F3-4F62-F2A5-DCA7-64F57C50F8B5}"/>
          </ac:spMkLst>
        </pc:spChg>
        <pc:spChg chg="mod">
          <ac:chgData name="zarnain javed" userId="1d654521462ea197" providerId="LiveId" clId="{4184296D-76FB-4A69-8A26-CDEE08C8064A}" dt="2026-01-05T16:11:27.397" v="1884" actId="2711"/>
          <ac:spMkLst>
            <pc:docMk/>
            <pc:sldMk cId="3507152430" sldId="330"/>
            <ac:spMk id="139" creationId="{6B8B0C18-DE19-9056-2E06-42B37D55CB6A}"/>
          </ac:spMkLst>
        </pc:spChg>
        <pc:picChg chg="add mod">
          <ac:chgData name="zarnain javed" userId="1d654521462ea197" providerId="LiveId" clId="{4184296D-76FB-4A69-8A26-CDEE08C8064A}" dt="2026-01-07T07:38:32.587" v="2582"/>
          <ac:picMkLst>
            <pc:docMk/>
            <pc:sldMk cId="3507152430" sldId="330"/>
            <ac:picMk id="2" creationId="{F80E1B52-4269-2A8E-DFF9-D5F359ABFA84}"/>
          </ac:picMkLst>
        </pc:picChg>
        <pc:picChg chg="add mod">
          <ac:chgData name="zarnain javed" userId="1d654521462ea197" providerId="LiveId" clId="{4184296D-76FB-4A69-8A26-CDEE08C8064A}" dt="2026-01-05T16:33:40.991" v="2265" actId="1076"/>
          <ac:picMkLst>
            <pc:docMk/>
            <pc:sldMk cId="3507152430" sldId="330"/>
            <ac:picMk id="6" creationId="{CC48DEB3-4EF9-2E39-8DC5-2F3CE1BB4172}"/>
          </ac:picMkLst>
        </pc:picChg>
        <pc:picChg chg="del mod">
          <ac:chgData name="zarnain javed" userId="1d654521462ea197" providerId="LiveId" clId="{4184296D-76FB-4A69-8A26-CDEE08C8064A}" dt="2026-01-07T07:38:31.812" v="2581" actId="478"/>
          <ac:picMkLst>
            <pc:docMk/>
            <pc:sldMk cId="3507152430" sldId="330"/>
            <ac:picMk id="9" creationId="{91803632-EC7E-F853-A7BB-2EC5FE794C69}"/>
          </ac:picMkLst>
        </pc:picChg>
      </pc:sldChg>
      <pc:sldChg chg="addSp delSp modSp add mod">
        <pc:chgData name="zarnain javed" userId="1d654521462ea197" providerId="LiveId" clId="{4184296D-76FB-4A69-8A26-CDEE08C8064A}" dt="2026-01-07T07:38:38.286" v="2584"/>
        <pc:sldMkLst>
          <pc:docMk/>
          <pc:sldMk cId="4253977195" sldId="331"/>
        </pc:sldMkLst>
        <pc:spChg chg="mod">
          <ac:chgData name="zarnain javed" userId="1d654521462ea197" providerId="LiveId" clId="{4184296D-76FB-4A69-8A26-CDEE08C8064A}" dt="2026-01-05T16:11:39.466" v="1885" actId="2711"/>
          <ac:spMkLst>
            <pc:docMk/>
            <pc:sldMk cId="4253977195" sldId="331"/>
            <ac:spMk id="139" creationId="{4A797654-1D97-0999-A91F-FE3FA2CF3755}"/>
          </ac:spMkLst>
        </pc:spChg>
        <pc:picChg chg="add mod">
          <ac:chgData name="zarnain javed" userId="1d654521462ea197" providerId="LiveId" clId="{4184296D-76FB-4A69-8A26-CDEE08C8064A}" dt="2026-01-07T07:38:38.286" v="2584"/>
          <ac:picMkLst>
            <pc:docMk/>
            <pc:sldMk cId="4253977195" sldId="331"/>
            <ac:picMk id="2" creationId="{B4F46385-2EB4-FB8E-A7E1-5B4D86A07410}"/>
          </ac:picMkLst>
        </pc:picChg>
        <pc:picChg chg="add mod">
          <ac:chgData name="zarnain javed" userId="1d654521462ea197" providerId="LiveId" clId="{4184296D-76FB-4A69-8A26-CDEE08C8064A}" dt="2026-01-05T16:28:16.171" v="2216" actId="1076"/>
          <ac:picMkLst>
            <pc:docMk/>
            <pc:sldMk cId="4253977195" sldId="331"/>
            <ac:picMk id="5" creationId="{98C1A8D3-42F6-99DD-05DF-868B6AE68A61}"/>
          </ac:picMkLst>
        </pc:picChg>
        <pc:picChg chg="del">
          <ac:chgData name="zarnain javed" userId="1d654521462ea197" providerId="LiveId" clId="{4184296D-76FB-4A69-8A26-CDEE08C8064A}" dt="2026-01-07T07:38:37.466" v="2583" actId="478"/>
          <ac:picMkLst>
            <pc:docMk/>
            <pc:sldMk cId="4253977195" sldId="331"/>
            <ac:picMk id="9" creationId="{D7D14FD7-B88A-03EA-05A0-8D988E65A3DD}"/>
          </ac:picMkLst>
        </pc:picChg>
      </pc:sldChg>
      <pc:sldChg chg="addSp delSp add del mod">
        <pc:chgData name="zarnain javed" userId="1d654521462ea197" providerId="LiveId" clId="{4184296D-76FB-4A69-8A26-CDEE08C8064A}" dt="2026-01-05T16:35:30.141" v="2269" actId="2890"/>
        <pc:sldMkLst>
          <pc:docMk/>
          <pc:sldMk cId="426354089" sldId="332"/>
        </pc:sldMkLst>
      </pc:sldChg>
      <pc:sldChg chg="addSp delSp modSp add mod ord">
        <pc:chgData name="zarnain javed" userId="1d654521462ea197" providerId="LiveId" clId="{4184296D-76FB-4A69-8A26-CDEE08C8064A}" dt="2026-01-07T07:40:11.294" v="2594"/>
        <pc:sldMkLst>
          <pc:docMk/>
          <pc:sldMk cId="1997697374" sldId="332"/>
        </pc:sldMkLst>
        <pc:spChg chg="mod">
          <ac:chgData name="zarnain javed" userId="1d654521462ea197" providerId="LiveId" clId="{4184296D-76FB-4A69-8A26-CDEE08C8064A}" dt="2026-01-05T16:37:59.394" v="2323" actId="20577"/>
          <ac:spMkLst>
            <pc:docMk/>
            <pc:sldMk cId="1997697374" sldId="332"/>
            <ac:spMk id="8" creationId="{E0272D87-0D8D-0EAC-3715-98973CD94E22}"/>
          </ac:spMkLst>
        </pc:spChg>
        <pc:spChg chg="mod">
          <ac:chgData name="zarnain javed" userId="1d654521462ea197" providerId="LiveId" clId="{4184296D-76FB-4A69-8A26-CDEE08C8064A}" dt="2026-01-05T16:51:31.262" v="2512" actId="20577"/>
          <ac:spMkLst>
            <pc:docMk/>
            <pc:sldMk cId="1997697374" sldId="332"/>
            <ac:spMk id="139" creationId="{0E027B2E-6ED5-884D-7E48-13F1F11F12B8}"/>
          </ac:spMkLst>
        </pc:spChg>
        <pc:picChg chg="add mod">
          <ac:chgData name="zarnain javed" userId="1d654521462ea197" providerId="LiveId" clId="{4184296D-76FB-4A69-8A26-CDEE08C8064A}" dt="2026-01-07T07:40:11.294" v="2594"/>
          <ac:picMkLst>
            <pc:docMk/>
            <pc:sldMk cId="1997697374" sldId="332"/>
            <ac:picMk id="2" creationId="{CB443B2B-87B9-CEB9-A953-3A3528E5BA01}"/>
          </ac:picMkLst>
        </pc:picChg>
        <pc:picChg chg="del">
          <ac:chgData name="zarnain javed" userId="1d654521462ea197" providerId="LiveId" clId="{4184296D-76FB-4A69-8A26-CDEE08C8064A}" dt="2026-01-07T07:40:10.640" v="2593" actId="478"/>
          <ac:picMkLst>
            <pc:docMk/>
            <pc:sldMk cId="1997697374" sldId="332"/>
            <ac:picMk id="9" creationId="{B6E926DC-DCEA-2F0E-F993-49D3A4ADCBEC}"/>
          </ac:picMkLst>
        </pc:picChg>
      </pc:sldChg>
      <pc:sldChg chg="add del">
        <pc:chgData name="zarnain javed" userId="1d654521462ea197" providerId="LiveId" clId="{4184296D-76FB-4A69-8A26-CDEE08C8064A}" dt="2026-01-07T07:40:36.641" v="2599" actId="47"/>
        <pc:sldMkLst>
          <pc:docMk/>
          <pc:sldMk cId="3403741837" sldId="333"/>
        </pc:sldMkLst>
      </pc:sldChg>
      <pc:sldChg chg="addSp delSp modSp add mod ord">
        <pc:chgData name="zarnain javed" userId="1d654521462ea197" providerId="LiveId" clId="{4184296D-76FB-4A69-8A26-CDEE08C8064A}" dt="2026-01-07T07:41:15.750" v="2605"/>
        <pc:sldMkLst>
          <pc:docMk/>
          <pc:sldMk cId="2868023302" sldId="334"/>
        </pc:sldMkLst>
        <pc:spChg chg="mod">
          <ac:chgData name="zarnain javed" userId="1d654521462ea197" providerId="LiveId" clId="{4184296D-76FB-4A69-8A26-CDEE08C8064A}" dt="2026-01-05T16:42:04.387" v="2367" actId="5793"/>
          <ac:spMkLst>
            <pc:docMk/>
            <pc:sldMk cId="2868023302" sldId="334"/>
            <ac:spMk id="7" creationId="{B7326F42-BB10-C788-B3DA-9B1A6A8E39DF}"/>
          </ac:spMkLst>
        </pc:spChg>
        <pc:spChg chg="mod">
          <ac:chgData name="zarnain javed" userId="1d654521462ea197" providerId="LiveId" clId="{4184296D-76FB-4A69-8A26-CDEE08C8064A}" dt="2026-01-05T16:41:09.014" v="2353" actId="207"/>
          <ac:spMkLst>
            <pc:docMk/>
            <pc:sldMk cId="2868023302" sldId="334"/>
            <ac:spMk id="181" creationId="{2ED564FD-CD99-DBA4-94F1-2B367890FC88}"/>
          </ac:spMkLst>
        </pc:spChg>
        <pc:picChg chg="add mod">
          <ac:chgData name="zarnain javed" userId="1d654521462ea197" providerId="LiveId" clId="{4184296D-76FB-4A69-8A26-CDEE08C8064A}" dt="2026-01-07T07:41:15.750" v="2605"/>
          <ac:picMkLst>
            <pc:docMk/>
            <pc:sldMk cId="2868023302" sldId="334"/>
            <ac:picMk id="2" creationId="{E0729558-BDD4-CDCD-CA7C-D8796EE5BFD1}"/>
          </ac:picMkLst>
        </pc:picChg>
        <pc:picChg chg="del">
          <ac:chgData name="zarnain javed" userId="1d654521462ea197" providerId="LiveId" clId="{4184296D-76FB-4A69-8A26-CDEE08C8064A}" dt="2026-01-07T07:41:15.316" v="2604" actId="478"/>
          <ac:picMkLst>
            <pc:docMk/>
            <pc:sldMk cId="2868023302" sldId="334"/>
            <ac:picMk id="4" creationId="{EB58BE72-339F-FAD9-63D8-8716B4E91F20}"/>
          </ac:picMkLst>
        </pc:picChg>
      </pc:sldChg>
      <pc:sldMasterChg chg="setBg modSldLayout">
        <pc:chgData name="zarnain javed" userId="1d654521462ea197" providerId="LiveId" clId="{4184296D-76FB-4A69-8A26-CDEE08C8064A}" dt="2026-01-05T06:45:00.993" v="817"/>
        <pc:sldMasterMkLst>
          <pc:docMk/>
          <pc:sldMasterMk cId="0" sldId="2147483648"/>
        </pc:sldMasterMkLst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zarnain javed" userId="1d654521462ea197" providerId="LiveId" clId="{4184296D-76FB-4A69-8A26-CDEE08C8064A}" dt="2026-01-05T06:45:00.993" v="817"/>
          <pc:sldLayoutMkLst>
            <pc:docMk/>
            <pc:sldMasterMk cId="0" sldId="2147483648"/>
            <pc:sldLayoutMk cId="0" sldId="214748365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89" name="Google Shape;89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2DDBE10-39B3-E8B5-A1AE-6F5E8F73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4F41EDE8-6602-194D-BBFD-87B996A41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03D2CF29-A8A2-ACD6-69CF-09BAE6524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A3DF8989-DAC1-0D30-C855-946012CBECF5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D85856E2-FA1B-2EDE-1ED1-EAE98758AC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85C3D69B-FE8B-1C2E-D48C-5F2C1001C4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23FA799C-FB53-2374-2EE8-69BD794B7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99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BDC62BA-8875-21F3-57DE-3332BD47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1B60F488-6B27-3163-E9AC-D7CDFE348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48F1B590-0CF4-7D6F-30D0-14BC6A13E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A839CB0A-CFCF-5408-8EAB-7800322C0653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A93A13DC-EE3C-E046-7313-905B5DAFFDC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35486BCD-398C-DFB6-704F-904213C7AD8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EF59ECB-AE63-11EA-1509-6F0825D933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1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BE1D326-29B2-C8EA-9F4B-26857A70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0C359A73-EBA4-30CD-219C-A83167F92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D1CDC9C4-15F5-5FA0-FA01-61E5F4696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123D4CA7-3128-113F-36DE-072619D1C312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4AF8BFF6-D2E2-2DFC-8D58-C6880A5BA9A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084A1566-D03D-E7BA-B6E7-927CBAA597E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1C66C5BD-0483-CF0D-075A-48DA30C5E7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96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236E7DE-2147-0A95-8949-1EBBB37D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846CB8E1-EB03-F344-A540-6FE667CD7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1BA6AB13-16E5-BBA3-27F6-8F3DCDC34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3B98D854-465A-7072-86AA-E60B4FC1BBF6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50E567E-97E2-3E81-98DE-1EF670DBCBE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E98D79FF-6F98-147A-EDE4-06CBF79507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5908825-7496-F26D-DD26-A66281387C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24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236E7DE-2147-0A95-8949-1EBBB37D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846CB8E1-EB03-F344-A540-6FE667CD7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1BA6AB13-16E5-BBA3-27F6-8F3DCDC34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3B98D854-465A-7072-86AA-E60B4FC1BBF6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50E567E-97E2-3E81-98DE-1EF670DBCBE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E98D79FF-6F98-147A-EDE4-06CBF79507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5908825-7496-F26D-DD26-A66281387C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89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65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34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94132D8C-FAFC-8C7C-86F7-15445FC6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>
            <a:extLst>
              <a:ext uri="{FF2B5EF4-FFF2-40B4-BE49-F238E27FC236}">
                <a16:creationId xmlns:a16="http://schemas.microsoft.com/office/drawing/2014/main" id="{3C02E76A-034D-4CA1-F650-98D268EC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918ECC5B-1E63-B91B-6AEC-2F28FD03B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66D275A7-8BF3-918C-80ED-9F5C539148F0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77" name="Google Shape;177;p8:notes">
            <a:extLst>
              <a:ext uri="{FF2B5EF4-FFF2-40B4-BE49-F238E27FC236}">
                <a16:creationId xmlns:a16="http://schemas.microsoft.com/office/drawing/2014/main" id="{7DD681A7-1E4F-62FF-9892-76FA7904123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78" name="Google Shape;178;p8:notes">
            <a:extLst>
              <a:ext uri="{FF2B5EF4-FFF2-40B4-BE49-F238E27FC236}">
                <a16:creationId xmlns:a16="http://schemas.microsoft.com/office/drawing/2014/main" id="{970A844D-3D09-8816-613F-602A59B007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B6E865C3-FD21-D6FA-EE97-7DC1CDAE40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54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3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38A041A3-3BC8-3BA8-8495-65ED089D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>
            <a:extLst>
              <a:ext uri="{FF2B5EF4-FFF2-40B4-BE49-F238E27FC236}">
                <a16:creationId xmlns:a16="http://schemas.microsoft.com/office/drawing/2014/main" id="{EE8926A0-0FE5-DAE2-04B0-4374F0041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0F059F20-6E40-1835-16A7-C113985FC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41338F5E-5612-C4D0-78BF-084ECFC076E1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77" name="Google Shape;177;p8:notes">
            <a:extLst>
              <a:ext uri="{FF2B5EF4-FFF2-40B4-BE49-F238E27FC236}">
                <a16:creationId xmlns:a16="http://schemas.microsoft.com/office/drawing/2014/main" id="{77DD1F8E-A386-C668-84D1-B62825D7CE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78" name="Google Shape;178;p8:notes">
            <a:extLst>
              <a:ext uri="{FF2B5EF4-FFF2-40B4-BE49-F238E27FC236}">
                <a16:creationId xmlns:a16="http://schemas.microsoft.com/office/drawing/2014/main" id="{FC5523DA-E39A-2809-908F-46B16EF2A2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86A14B07-B63F-B7C7-7AE2-4B10858282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38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67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38A041A3-3BC8-3BA8-8495-65ED089D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>
            <a:extLst>
              <a:ext uri="{FF2B5EF4-FFF2-40B4-BE49-F238E27FC236}">
                <a16:creationId xmlns:a16="http://schemas.microsoft.com/office/drawing/2014/main" id="{EE8926A0-0FE5-DAE2-04B0-4374F0041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0F059F20-6E40-1835-16A7-C113985FC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41338F5E-5612-C4D0-78BF-084ECFC076E1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77" name="Google Shape;177;p8:notes">
            <a:extLst>
              <a:ext uri="{FF2B5EF4-FFF2-40B4-BE49-F238E27FC236}">
                <a16:creationId xmlns:a16="http://schemas.microsoft.com/office/drawing/2014/main" id="{77DD1F8E-A386-C668-84D1-B62825D7CE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78" name="Google Shape;178;p8:notes">
            <a:extLst>
              <a:ext uri="{FF2B5EF4-FFF2-40B4-BE49-F238E27FC236}">
                <a16:creationId xmlns:a16="http://schemas.microsoft.com/office/drawing/2014/main" id="{FC5523DA-E39A-2809-908F-46B16EF2A2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86A14B07-B63F-B7C7-7AE2-4B10858282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31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02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0363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21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26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33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92" name="Google Shape;192;p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93" name="Google Shape;193;p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94" name="Google Shape;1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92" name="Google Shape;192;p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93" name="Google Shape;193;p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94" name="Google Shape;1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2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</a:p>
        </p:txBody>
      </p:sp>
      <p:sp>
        <p:nvSpPr>
          <p:cNvPr id="192" name="Google Shape;192;p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</a:p>
        </p:txBody>
      </p:sp>
      <p:sp>
        <p:nvSpPr>
          <p:cNvPr id="193" name="Google Shape;193;p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</a:p>
        </p:txBody>
      </p:sp>
      <p:sp>
        <p:nvSpPr>
          <p:cNvPr id="194" name="Google Shape;1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4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32" b="32490"/>
          <a:stretch/>
        </p:blipFill>
        <p:spPr>
          <a:xfrm>
            <a:off x="2095499" y="1593131"/>
            <a:ext cx="7494309" cy="3893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1524000" y="2615263"/>
            <a:ext cx="9144000" cy="188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accent1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Classification Using Deep Learning Techniques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b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82390" y="6477635"/>
            <a:ext cx="1743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8024C"/>
                </a:solidFill>
              </a:rPr>
              <a:t>Semester Fall 2022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E8250-1D54-D82A-15EE-67CCD4A03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546EAD8E-F142-BD78-4CFD-C88C5880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57C55191-2E4E-F697-7F0B-F36E0458C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128" name="Google Shape;128;p16">
            <a:extLst>
              <a:ext uri="{FF2B5EF4-FFF2-40B4-BE49-F238E27FC236}">
                <a16:creationId xmlns:a16="http://schemas.microsoft.com/office/drawing/2014/main" id="{4FAD3DD9-9867-F661-7542-CD61D8FBBA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DB718621-7DE2-C218-619A-86E4F3DB84EE}"/>
              </a:ext>
            </a:extLst>
          </p:cNvPr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014A2CBB-297D-0220-0A6A-ADECF71A993A}"/>
              </a:ext>
            </a:extLst>
          </p:cNvPr>
          <p:cNvSpPr/>
          <p:nvPr/>
        </p:nvSpPr>
        <p:spPr>
          <a:xfrm>
            <a:off x="811240" y="1024803"/>
            <a:ext cx="10667994" cy="488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code: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ZN-CS-2025-146</a:t>
            </a:r>
          </a:p>
          <a:p>
            <a:pPr marL="11430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Advisors: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Hussam Ali (Internal)</a:t>
            </a:r>
          </a:p>
          <a:p>
            <a:pPr marL="11430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Muhammad Fayyaz (External)</a:t>
            </a: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Prof. Dr. Muhammad Ilyas</a:t>
            </a: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Zarnain Javed (Group Leader)</a:t>
            </a:r>
          </a:p>
          <a:p>
            <a:pPr marL="11430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 BSCS51F22S022</a:t>
            </a:r>
          </a:p>
          <a:p>
            <a:pPr marL="11430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2: Narmeen Ayub</a:t>
            </a:r>
          </a:p>
          <a:p>
            <a:pPr marL="11430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 BSCS51F22S011</a:t>
            </a:r>
          </a:p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Artificial Intelligence</a:t>
            </a:r>
          </a:p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Sargodha</a:t>
            </a:r>
          </a:p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Fall, 2022</a:t>
            </a:r>
          </a:p>
          <a:p>
            <a:pPr marL="11430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133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27910-DD3E-1585-8E7E-75EB3E0C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1029286" y="277657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142" name="Google Shape;14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11250" y="1828553"/>
            <a:ext cx="10668000" cy="4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86141" y="1393790"/>
            <a:ext cx="101055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of the most serious complications of diabetes.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leading cause of blindness worldwide.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develops when high blood sugar damages the small blood vessels in the retina.                 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eye                                    Diabetic Retina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1C58D-3E26-7966-C543-4C6288D91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441274" y="2800999"/>
            <a:ext cx="5371842" cy="3359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8F0C68-DE18-D4AB-BCF9-2B37EFDF9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C7A52075-279E-82F8-81A1-AC927DD9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E90C9FF6-D7D0-FDDB-6F26-4AB0FB6FCA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277657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6A07EDF1-219F-0ACD-8F95-DC8A1486A0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2A7B182C-53F9-370D-2E33-CF646037F4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347A4D3C-0780-23AF-4D68-020D9ADA305E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55556727-D3B7-8451-62FF-603219739912}"/>
              </a:ext>
            </a:extLst>
          </p:cNvPr>
          <p:cNvSpPr/>
          <p:nvPr/>
        </p:nvSpPr>
        <p:spPr>
          <a:xfrm>
            <a:off x="811250" y="1828553"/>
            <a:ext cx="10668000" cy="4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1F6FC-FB6C-7EB8-A8F4-F94C1CAA1B5F}"/>
              </a:ext>
            </a:extLst>
          </p:cNvPr>
          <p:cNvSpPr txBox="1"/>
          <p:nvPr/>
        </p:nvSpPr>
        <p:spPr>
          <a:xfrm>
            <a:off x="586141" y="1393790"/>
            <a:ext cx="101055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Damaged blood vessels may leak fluid or blood 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left untreated, DR can progress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loss.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Roughly, one-third of the 463 million people worldwide who have diabetes are affected by it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685F89-DB6F-464F-924B-E2054380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/>
          <a:stretch/>
        </p:blipFill>
        <p:spPr>
          <a:xfrm>
            <a:off x="3281169" y="3694919"/>
            <a:ext cx="7133365" cy="229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3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48D3D9A4-BCFE-E997-EBC6-F04AE3BD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6B8B0C18-DE19-9056-2E06-42B37D55C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277657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9FD612B5-E40C-AD50-0794-5A281FD6E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DE74AFB8-998D-4059-5D75-1889D1C4BA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0E212807-B1B5-2D93-A11D-1671ACD3C0A1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D0DFA8B9-7F9D-D45B-0731-60AD52891004}"/>
              </a:ext>
            </a:extLst>
          </p:cNvPr>
          <p:cNvSpPr/>
          <p:nvPr/>
        </p:nvSpPr>
        <p:spPr>
          <a:xfrm>
            <a:off x="811250" y="1828553"/>
            <a:ext cx="10668000" cy="4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BF7F3-4F62-F2A5-DCA7-64F57C50F8B5}"/>
              </a:ext>
            </a:extLst>
          </p:cNvPr>
          <p:cNvSpPr txBox="1"/>
          <p:nvPr/>
        </p:nvSpPr>
        <p:spPr>
          <a:xfrm>
            <a:off x="248555" y="1524137"/>
            <a:ext cx="103591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Diabetes Federation (IDF) projects that there will be a significant increase in the global diabetes population from roughly 552 million in 2035 to 642 million in 2040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seen that 25 % of all diabetics develop this complication after 10 years of developing Diabetes.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50 % develop it after 20 years of developing diabetes.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8DEB3-4EF9-2E39-8DC5-2F3CE1BB4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67" y="3815170"/>
            <a:ext cx="5686425" cy="3000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0E1B52-4269-2A8E-DFF9-D5F359ABF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5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3359B8AB-B240-C51E-7C94-C5CB13C6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4A797654-1D97-0999-A91F-FE3FA2CF3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277657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Stages of Diabetic Retinopathy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183E3751-5B05-3384-E731-E1532720E0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95BD2D6A-0F53-C8E4-AAC9-B0279174CB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89CC1C6D-B912-4045-5BA8-7836586E9BBC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FED317D8-5FF5-6DF5-C9C0-6E2E90E27249}"/>
              </a:ext>
            </a:extLst>
          </p:cNvPr>
          <p:cNvSpPr/>
          <p:nvPr/>
        </p:nvSpPr>
        <p:spPr>
          <a:xfrm>
            <a:off x="811250" y="1828553"/>
            <a:ext cx="10668000" cy="4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1A8D3-42F6-99DD-05DF-868B6AE6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04" y="1603220"/>
            <a:ext cx="9148010" cy="46457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F46385-2EB4-FB8E-A7E1-5B4D86A07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7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3359B8AB-B240-C51E-7C94-C5CB13C6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183E3751-5B05-3384-E731-E1532720E0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95BD2D6A-0F53-C8E4-AAC9-B0279174CB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89CC1C6D-B912-4045-5BA8-7836586E9BBC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FED317D8-5FF5-6DF5-C9C0-6E2E90E27249}"/>
              </a:ext>
            </a:extLst>
          </p:cNvPr>
          <p:cNvSpPr/>
          <p:nvPr/>
        </p:nvSpPr>
        <p:spPr>
          <a:xfrm>
            <a:off x="811250" y="1828553"/>
            <a:ext cx="10668000" cy="4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46385-2EB4-FB8E-A7E1-5B4D86A0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BF7F3-4F62-F2A5-DCA7-64F57C50F8B5}"/>
              </a:ext>
            </a:extLst>
          </p:cNvPr>
          <p:cNvSpPr txBox="1"/>
          <p:nvPr/>
        </p:nvSpPr>
        <p:spPr>
          <a:xfrm>
            <a:off x="919115" y="1523067"/>
            <a:ext cx="10359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DR screening is difficult, time-consuming, and requires expert ophthalmologists. The growing number of patients makes large-scale screening challenging. Hence, an automated deep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required for efficient and reliable DR classification.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39;p17">
            <a:extLst>
              <a:ext uri="{FF2B5EF4-FFF2-40B4-BE49-F238E27FC236}">
                <a16:creationId xmlns:a16="http://schemas.microsoft.com/office/drawing/2014/main" id="{4A797654-1D97-0999-A91F-FE3FA2CF3755}"/>
              </a:ext>
            </a:extLst>
          </p:cNvPr>
          <p:cNvSpPr txBox="1">
            <a:spLocks/>
          </p:cNvSpPr>
          <p:nvPr/>
        </p:nvSpPr>
        <p:spPr>
          <a:xfrm>
            <a:off x="1181686" y="2443748"/>
            <a:ext cx="8952914" cy="1230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buClr>
                <a:schemeClr val="accent1"/>
              </a:buClr>
              <a:buSzPts val="4400"/>
            </a:pPr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Deep Learning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BF7F3-4F62-F2A5-DCA7-64F57C50F8B5}"/>
              </a:ext>
            </a:extLst>
          </p:cNvPr>
          <p:cNvSpPr txBox="1"/>
          <p:nvPr/>
        </p:nvSpPr>
        <p:spPr>
          <a:xfrm>
            <a:off x="1071515" y="3411223"/>
            <a:ext cx="1035918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handcrafted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capture complex lesion patterns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features automatically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subtle lesions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image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end-to-end classification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have become the state-of-the-art for medical imaging.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39;p17">
            <a:extLst>
              <a:ext uri="{FF2B5EF4-FFF2-40B4-BE49-F238E27FC236}">
                <a16:creationId xmlns:a16="http://schemas.microsoft.com/office/drawing/2014/main" id="{4A797654-1D97-0999-A91F-FE3FA2CF3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277657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3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6A6B3-0983-9EF2-68A8-0AC72EC37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751187"/>
              </p:ext>
            </p:extLst>
          </p:nvPr>
        </p:nvGraphicFramePr>
        <p:xfrm>
          <a:off x="358220" y="1791090"/>
          <a:ext cx="10803116" cy="401231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6948">
                  <a:extLst>
                    <a:ext uri="{9D8B030D-6E8A-4147-A177-3AD203B41FA5}">
                      <a16:colId xmlns:a16="http://schemas.microsoft.com/office/drawing/2014/main" val="2790321598"/>
                    </a:ext>
                  </a:extLst>
                </a:gridCol>
                <a:gridCol w="2947844">
                  <a:extLst>
                    <a:ext uri="{9D8B030D-6E8A-4147-A177-3AD203B41FA5}">
                      <a16:colId xmlns:a16="http://schemas.microsoft.com/office/drawing/2014/main" val="3850477705"/>
                    </a:ext>
                  </a:extLst>
                </a:gridCol>
                <a:gridCol w="2779878">
                  <a:extLst>
                    <a:ext uri="{9D8B030D-6E8A-4147-A177-3AD203B41FA5}">
                      <a16:colId xmlns:a16="http://schemas.microsoft.com/office/drawing/2014/main" val="617372837"/>
                    </a:ext>
                  </a:extLst>
                </a:gridCol>
                <a:gridCol w="2243433">
                  <a:extLst>
                    <a:ext uri="{9D8B030D-6E8A-4147-A177-3AD203B41FA5}">
                      <a16:colId xmlns:a16="http://schemas.microsoft.com/office/drawing/2014/main" val="1503777857"/>
                    </a:ext>
                  </a:extLst>
                </a:gridCol>
                <a:gridCol w="1595013">
                  <a:extLst>
                    <a:ext uri="{9D8B030D-6E8A-4147-A177-3AD203B41FA5}">
                      <a16:colId xmlns:a16="http://schemas.microsoft.com/office/drawing/2014/main" val="2826549355"/>
                    </a:ext>
                  </a:extLst>
                </a:gridCol>
              </a:tblGrid>
              <a:tr h="611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6130033"/>
                  </a:ext>
                </a:extLst>
              </a:tr>
              <a:tr h="1238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Enhancement, Manual Feature Extraction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Asian hospital datasets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65–78%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4964637"/>
                  </a:ext>
                </a:extLst>
              </a:tr>
              <a:tr h="1238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Screening Tools, Logistic Regression, Classical ML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Messidor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Duke, Clinical datasets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70–80%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038845"/>
                  </a:ext>
                </a:extLst>
              </a:tr>
              <a:tr h="924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16-class SVM-based DR classification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DIARETDB1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77.3%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466268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080307" y="130031"/>
            <a:ext cx="7736413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</a:t>
            </a:r>
            <a:r>
              <a:rPr lang="en-US" sz="2800" b="1" u="sng" dirty="0" smtClean="0">
                <a:solidFill>
                  <a:srgbClr val="002060"/>
                </a:solidFill>
                <a:sym typeface="+mn-ea"/>
              </a:rPr>
              <a:t>of Traditional </a:t>
            </a:r>
            <a:r>
              <a:rPr lang="en-US" sz="2800" b="1" u="sng" dirty="0">
                <a:solidFill>
                  <a:srgbClr val="002060"/>
                </a:solidFill>
                <a:sym typeface="+mn-ea"/>
              </a:rPr>
              <a:t>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1</a:t>
            </a:r>
            <a:r>
              <a:rPr lang="en-US" sz="1600" dirty="0" smtClean="0"/>
              <a:t>: Traditional </a:t>
            </a:r>
            <a:r>
              <a:rPr lang="en-US" sz="1600" dirty="0"/>
              <a:t>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36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00396" y="130031"/>
            <a:ext cx="8496237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Deep Learning 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2: </a:t>
            </a:r>
            <a:r>
              <a:rPr lang="en-US" sz="1600" dirty="0"/>
              <a:t>Deep Learning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6A6B3-0983-9EF2-68A8-0AC72EC37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04697"/>
              </p:ext>
            </p:extLst>
          </p:nvPr>
        </p:nvGraphicFramePr>
        <p:xfrm>
          <a:off x="273376" y="1498967"/>
          <a:ext cx="11283885" cy="52184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56777">
                  <a:extLst>
                    <a:ext uri="{9D8B030D-6E8A-4147-A177-3AD203B41FA5}">
                      <a16:colId xmlns:a16="http://schemas.microsoft.com/office/drawing/2014/main" val="3823827895"/>
                    </a:ext>
                  </a:extLst>
                </a:gridCol>
                <a:gridCol w="2256777">
                  <a:extLst>
                    <a:ext uri="{9D8B030D-6E8A-4147-A177-3AD203B41FA5}">
                      <a16:colId xmlns:a16="http://schemas.microsoft.com/office/drawing/2014/main" val="1997548634"/>
                    </a:ext>
                  </a:extLst>
                </a:gridCol>
                <a:gridCol w="2256777">
                  <a:extLst>
                    <a:ext uri="{9D8B030D-6E8A-4147-A177-3AD203B41FA5}">
                      <a16:colId xmlns:a16="http://schemas.microsoft.com/office/drawing/2014/main" val="3819752139"/>
                    </a:ext>
                  </a:extLst>
                </a:gridCol>
                <a:gridCol w="2256777">
                  <a:extLst>
                    <a:ext uri="{9D8B030D-6E8A-4147-A177-3AD203B41FA5}">
                      <a16:colId xmlns:a16="http://schemas.microsoft.com/office/drawing/2014/main" val="727652161"/>
                    </a:ext>
                  </a:extLst>
                </a:gridCol>
                <a:gridCol w="2256777">
                  <a:extLst>
                    <a:ext uri="{9D8B030D-6E8A-4147-A177-3AD203B41FA5}">
                      <a16:colId xmlns:a16="http://schemas.microsoft.com/office/drawing/2014/main" val="473726566"/>
                    </a:ext>
                  </a:extLst>
                </a:gridCol>
              </a:tblGrid>
              <a:tr h="24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2579032679"/>
                  </a:ext>
                </a:extLst>
              </a:tr>
              <a:tr h="12042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Retinopathy Severity Grading Network (RSG-NET) with extensive preprocessing and augmentation techniques.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Messidor-1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99.36%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1959268616"/>
                  </a:ext>
                </a:extLst>
              </a:tr>
              <a:tr h="7225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CNN + CLAHE + Augmentation + GAP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97.5%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1527088184"/>
                  </a:ext>
                </a:extLst>
              </a:tr>
              <a:tr h="12042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BV segmentation + CLAHE-TH enhancement, fused features into VGG19 / InceptionV3 classifier.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DR detection dataset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2769975799"/>
                  </a:ext>
                </a:extLst>
              </a:tr>
              <a:tr h="14450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CNN with convolution, max-pooling, and dense layers using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compared against transfer learning models.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95.27%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359455812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8211-8EFC-0A06-B025-8554A52F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07E99-8977-FD16-8F51-6A95FCB4DC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2EB26E-035C-1E8F-7B94-501BC5076F5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00345"/>
              </p:ext>
            </p:extLst>
          </p:nvPr>
        </p:nvGraphicFramePr>
        <p:xfrm>
          <a:off x="430489" y="1375239"/>
          <a:ext cx="10972799" cy="5347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8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30" marR="46130" marT="0" marB="0" anchor="ctr"/>
                </a:tc>
                <a:extLst>
                  <a:ext uri="{0D108BD9-81ED-4DB2-BD59-A6C34878D82A}">
                    <a16:rowId xmlns:a16="http://schemas.microsoft.com/office/drawing/2014/main" val="662075884"/>
                  </a:ext>
                </a:extLst>
              </a:tr>
              <a:tr h="698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base CNN through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tuning to create RetNet-10.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APTOS, Messidor2, and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(combined)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98.65%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1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Teacher-student knowledge distillation using ResNet152V2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Transformer and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-CBAM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APTOS/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99.04%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5805404"/>
                  </a:ext>
                </a:extLst>
              </a:tr>
              <a:tr h="8463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staging network predicting multiple DR severity levels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 Dataset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99.56%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2180125"/>
                  </a:ext>
                </a:extLst>
              </a:tr>
              <a:tr h="698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of deep CNN architectures with multi-scale feature extraction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79.50%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1576334"/>
                  </a:ext>
                </a:extLst>
              </a:tr>
              <a:tr h="1294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Two-stage transfer learning method with PCA and Gradient Boosting for feature reduction and final classification.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E-ophtha(training), EyePACS, Messidor.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99.73%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A73B0D5-5E36-9E3E-E902-9679242A6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00396" y="130031"/>
            <a:ext cx="8496237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Deep Learning 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2: </a:t>
            </a:r>
            <a:r>
              <a:rPr lang="en-US" sz="1600" dirty="0"/>
              <a:t>Deep Learning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6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BF2A-108D-4FE1-6A3F-72AE44C4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FE020-F9B5-769D-C301-F4ACF9D589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EDF169-FFC4-DBA7-6A9C-A4F8E0F18F23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3927999"/>
              </p:ext>
            </p:extLst>
          </p:nvPr>
        </p:nvGraphicFramePr>
        <p:xfrm>
          <a:off x="380999" y="1683766"/>
          <a:ext cx="10972801" cy="4910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5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3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040">
                <a:tc>
                  <a:txBody>
                    <a:bodyPr/>
                    <a:lstStyle/>
                    <a:p>
                      <a:pPr marL="0" marR="0" indent="5016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657526247"/>
                  </a:ext>
                </a:extLst>
              </a:tr>
              <a:tr h="403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[15]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VR-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FuseNet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 combining VGG19 + ResNet50V2 / Hybrid Deep Learning approach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Aptos/Messidor-2/DDR/IDRID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91.824%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455329413"/>
                  </a:ext>
                </a:extLst>
              </a:tr>
              <a:tr h="8141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CNN+RNN(LSTM)/Feature fusion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DRIVE/EyePACS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97.5%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dual attention modules (GAB + CAB) for enhanced feature extraction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/EyePACS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83.20%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2362180125"/>
                  </a:ext>
                </a:extLst>
              </a:tr>
              <a:tr h="8141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approach using NASNet-Large and ResNet-50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91.14%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3231576334"/>
                  </a:ext>
                </a:extLst>
              </a:tr>
              <a:tr h="940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EffNet-SVM model by combining EfficientNetV2 small with SVM classifier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97.26%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72DC291-FE7D-A136-9DE6-D149025E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94E6EB-F64A-ABE5-99FE-70BC3F1B43A9}"/>
              </a:ext>
            </a:extLst>
          </p:cNvPr>
          <p:cNvSpPr/>
          <p:nvPr/>
        </p:nvSpPr>
        <p:spPr>
          <a:xfrm>
            <a:off x="2429761" y="214875"/>
            <a:ext cx="703750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Hybrid 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3: </a:t>
            </a:r>
            <a:r>
              <a:rPr lang="en-US" sz="1600" dirty="0"/>
              <a:t>Hybrid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45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79EE-BB49-5698-9965-89A76863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E92C-5AB7-EADD-34C1-63AEC5DF69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F65932-168F-D1B0-FC22-9DCB6C0E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A165C9-4CC1-E47A-D5D3-5CDDB73EF461}"/>
              </a:ext>
            </a:extLst>
          </p:cNvPr>
          <p:cNvSpPr/>
          <p:nvPr/>
        </p:nvSpPr>
        <p:spPr>
          <a:xfrm>
            <a:off x="2429761" y="139459"/>
            <a:ext cx="703750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Hybrid 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3: </a:t>
            </a:r>
            <a:r>
              <a:rPr lang="en-US" sz="1600" dirty="0"/>
              <a:t>Hybrid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101430"/>
              </p:ext>
            </p:extLst>
          </p:nvPr>
        </p:nvGraphicFramePr>
        <p:xfrm>
          <a:off x="509624" y="1712504"/>
          <a:ext cx="11028784" cy="47598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2873">
                  <a:extLst>
                    <a:ext uri="{9D8B030D-6E8A-4147-A177-3AD203B41FA5}">
                      <a16:colId xmlns:a16="http://schemas.microsoft.com/office/drawing/2014/main" val="1444761318"/>
                    </a:ext>
                  </a:extLst>
                </a:gridCol>
                <a:gridCol w="1391091">
                  <a:extLst>
                    <a:ext uri="{9D8B030D-6E8A-4147-A177-3AD203B41FA5}">
                      <a16:colId xmlns:a16="http://schemas.microsoft.com/office/drawing/2014/main" val="3918114019"/>
                    </a:ext>
                  </a:extLst>
                </a:gridCol>
                <a:gridCol w="2582944">
                  <a:extLst>
                    <a:ext uri="{9D8B030D-6E8A-4147-A177-3AD203B41FA5}">
                      <a16:colId xmlns:a16="http://schemas.microsoft.com/office/drawing/2014/main" val="1066129811"/>
                    </a:ext>
                  </a:extLst>
                </a:gridCol>
                <a:gridCol w="2488676">
                  <a:extLst>
                    <a:ext uri="{9D8B030D-6E8A-4147-A177-3AD203B41FA5}">
                      <a16:colId xmlns:a16="http://schemas.microsoft.com/office/drawing/2014/main" val="10886996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12374733"/>
                    </a:ext>
                  </a:extLst>
                </a:gridCol>
              </a:tblGrid>
              <a:tr h="585058">
                <a:tc>
                  <a:txBody>
                    <a:bodyPr/>
                    <a:lstStyle/>
                    <a:p>
                      <a:pPr marL="0" marR="0" indent="5016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2091351883"/>
                  </a:ext>
                </a:extLst>
              </a:tr>
              <a:tr h="5850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 (ResNet-16 + Google-Net) with APSO + ML Classifiers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EyePACS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1027877374"/>
                  </a:ext>
                </a:extLst>
              </a:tr>
              <a:tr h="848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deep learning approach combining Self-Attention Network (SAN)+Vision Transformer (Vit)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Diabetic Retinopathy Detection dataset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770310205"/>
                  </a:ext>
                </a:extLst>
              </a:tr>
              <a:tr h="742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ResNet50 and InceptionV3 features, fuses them, and classifies DR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96.85%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1270843139"/>
                  </a:ext>
                </a:extLst>
              </a:tr>
              <a:tr h="848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Pre-trained CNN models + Error Correction Output Code (ECOC) ensemble with Adaptive Differential Evolution (ADE) tuning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APTOS,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(EyePac + Messidor-2)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1998735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05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79EE-BB49-5698-9965-89A76863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E92C-5AB7-EADD-34C1-63AEC5DF69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F65932-168F-D1B0-FC22-9DCB6C0E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A165C9-4CC1-E47A-D5D3-5CDDB73EF461}"/>
              </a:ext>
            </a:extLst>
          </p:cNvPr>
          <p:cNvSpPr/>
          <p:nvPr/>
        </p:nvSpPr>
        <p:spPr>
          <a:xfrm>
            <a:off x="2429761" y="139459"/>
            <a:ext cx="703750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Hybrid Approaches</a:t>
            </a:r>
          </a:p>
          <a:p>
            <a:pPr algn="ctr"/>
            <a:endParaRPr lang="en-US" sz="2800" b="1" u="sng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3: </a:t>
            </a:r>
            <a:r>
              <a:rPr lang="en-US" sz="1600" dirty="0"/>
              <a:t>Hybrid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17963"/>
              </p:ext>
            </p:extLst>
          </p:nvPr>
        </p:nvGraphicFramePr>
        <p:xfrm>
          <a:off x="838200" y="1825625"/>
          <a:ext cx="11028784" cy="21102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2873">
                  <a:extLst>
                    <a:ext uri="{9D8B030D-6E8A-4147-A177-3AD203B41FA5}">
                      <a16:colId xmlns:a16="http://schemas.microsoft.com/office/drawing/2014/main" val="1464955552"/>
                    </a:ext>
                  </a:extLst>
                </a:gridCol>
                <a:gridCol w="1391091">
                  <a:extLst>
                    <a:ext uri="{9D8B030D-6E8A-4147-A177-3AD203B41FA5}">
                      <a16:colId xmlns:a16="http://schemas.microsoft.com/office/drawing/2014/main" val="46899566"/>
                    </a:ext>
                  </a:extLst>
                </a:gridCol>
                <a:gridCol w="2582944">
                  <a:extLst>
                    <a:ext uri="{9D8B030D-6E8A-4147-A177-3AD203B41FA5}">
                      <a16:colId xmlns:a16="http://schemas.microsoft.com/office/drawing/2014/main" val="703950132"/>
                    </a:ext>
                  </a:extLst>
                </a:gridCol>
                <a:gridCol w="2488676">
                  <a:extLst>
                    <a:ext uri="{9D8B030D-6E8A-4147-A177-3AD203B41FA5}">
                      <a16:colId xmlns:a16="http://schemas.microsoft.com/office/drawing/2014/main" val="18072298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4486515"/>
                    </a:ext>
                  </a:extLst>
                </a:gridCol>
              </a:tblGrid>
              <a:tr h="742468">
                <a:tc>
                  <a:txBody>
                    <a:bodyPr/>
                    <a:lstStyle/>
                    <a:p>
                      <a:pPr marL="0" marR="0" indent="5016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1546604652"/>
                  </a:ext>
                </a:extLst>
              </a:tr>
              <a:tr h="7424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GoogleNet and ResNet-18 for features extraction with SVM Classifier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89.29%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281833417"/>
                  </a:ext>
                </a:extLst>
              </a:tr>
              <a:tr h="5850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two VGG networks (VGG16 + VGG19)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844" marR="59441" marT="0" marB="0" anchor="ctr"/>
                </a:tc>
                <a:extLst>
                  <a:ext uri="{0D108BD9-81ED-4DB2-BD59-A6C34878D82A}">
                    <a16:rowId xmlns:a16="http://schemas.microsoft.com/office/drawing/2014/main" val="1292342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29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0DDE-FC43-E73E-4839-E52D00D6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4AE7-2E9D-572A-FD37-1C8B8EBA5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E67854-FE29-7C39-9B38-45EFD2A49890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2511819"/>
              </p:ext>
            </p:extLst>
          </p:nvPr>
        </p:nvGraphicFramePr>
        <p:xfrm>
          <a:off x="826417" y="1695751"/>
          <a:ext cx="10972799" cy="4555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Transformers for local and global feature extraction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94.28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3730193"/>
                  </a:ext>
                </a:extLst>
              </a:tr>
              <a:tr h="381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deep learning approach combining Self-Attention Network (SAN)+Vision Transformer (Vit)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Diabetic Retinopathy Detection dataset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9850771"/>
                  </a:ext>
                </a:extLst>
              </a:tr>
              <a:tr h="13020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U-Net segmentation,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pretrained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CNN, and Vision Transformer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for lesion segmentation, feature extraction and grading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APTOS/IDRiD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218012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8A67669-5B2B-5E8B-BB21-58B5501F6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7DC2F6-A339-3F44-9DE4-969CFB184C2E}"/>
              </a:ext>
            </a:extLst>
          </p:cNvPr>
          <p:cNvSpPr/>
          <p:nvPr/>
        </p:nvSpPr>
        <p:spPr>
          <a:xfrm>
            <a:off x="1351745" y="431692"/>
            <a:ext cx="9193542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Vision Transformer Approaches</a:t>
            </a:r>
          </a:p>
          <a:p>
            <a:pPr algn="ctr"/>
            <a:endParaRPr lang="en-US" sz="2800" b="1" u="sng" dirty="0">
              <a:solidFill>
                <a:srgbClr val="002060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4: </a:t>
            </a:r>
            <a:r>
              <a:rPr lang="en-US" sz="1600" dirty="0"/>
              <a:t>Vision Transformer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7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0DDE-FC43-E73E-4839-E52D00D6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4AE7-2E9D-572A-FD37-1C8B8EBA5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67669-5B2B-5E8B-BB21-58B5501F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7DC2F6-A339-3F44-9DE4-969CFB184C2E}"/>
              </a:ext>
            </a:extLst>
          </p:cNvPr>
          <p:cNvSpPr/>
          <p:nvPr/>
        </p:nvSpPr>
        <p:spPr>
          <a:xfrm>
            <a:off x="1351745" y="431692"/>
            <a:ext cx="9193542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002060"/>
                </a:solidFill>
                <a:sym typeface="+mn-ea"/>
              </a:rPr>
              <a:t>Literature Review of Vision Transformer Approaches</a:t>
            </a:r>
          </a:p>
          <a:p>
            <a:pPr algn="ctr"/>
            <a:endParaRPr lang="en-US" sz="2800" b="1" u="sng" dirty="0">
              <a:solidFill>
                <a:srgbClr val="002060"/>
              </a:solidFill>
              <a:sym typeface="+mn-ea"/>
            </a:endParaRPr>
          </a:p>
          <a:p>
            <a:pPr algn="ctr"/>
            <a:r>
              <a:rPr lang="en-US" sz="1600" dirty="0"/>
              <a:t>Table </a:t>
            </a:r>
            <a:r>
              <a:rPr lang="en-US" sz="1600" dirty="0" smtClean="0"/>
              <a:t>4: </a:t>
            </a:r>
            <a:r>
              <a:rPr lang="en-US" sz="1600" dirty="0"/>
              <a:t>Vision Transformer Approaches for Diabetic Retinopathy (</a:t>
            </a:r>
            <a:r>
              <a:rPr lang="en-US" sz="1600" dirty="0" smtClean="0"/>
              <a:t>2020-2025</a:t>
            </a:r>
            <a:r>
              <a:rPr lang="en-US" sz="1600" dirty="0"/>
              <a:t>)</a:t>
            </a:r>
            <a:endParaRPr lang="en-US" sz="1600" b="1" dirty="0"/>
          </a:p>
          <a:p>
            <a:pPr algn="ctr"/>
            <a:endParaRPr lang="en-US" altLang="en-US" sz="2800" b="1" u="sng" dirty="0">
              <a:solidFill>
                <a:schemeClr val="tx1"/>
              </a:solidFill>
              <a:sym typeface="+mn-ea"/>
            </a:endParaRPr>
          </a:p>
          <a:p>
            <a:pPr algn="l"/>
            <a:endParaRPr lang="en-US" sz="2800" u="sng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739733"/>
              </p:ext>
            </p:extLst>
          </p:nvPr>
        </p:nvGraphicFramePr>
        <p:xfrm>
          <a:off x="838200" y="1825625"/>
          <a:ext cx="10972799" cy="3681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1236">
                  <a:extLst>
                    <a:ext uri="{9D8B030D-6E8A-4147-A177-3AD203B41FA5}">
                      <a16:colId xmlns:a16="http://schemas.microsoft.com/office/drawing/2014/main" val="4011201392"/>
                    </a:ext>
                  </a:extLst>
                </a:gridCol>
                <a:gridCol w="2041236">
                  <a:extLst>
                    <a:ext uri="{9D8B030D-6E8A-4147-A177-3AD203B41FA5}">
                      <a16:colId xmlns:a16="http://schemas.microsoft.com/office/drawing/2014/main" val="4266219107"/>
                    </a:ext>
                  </a:extLst>
                </a:gridCol>
                <a:gridCol w="2420768">
                  <a:extLst>
                    <a:ext uri="{9D8B030D-6E8A-4147-A177-3AD203B41FA5}">
                      <a16:colId xmlns:a16="http://schemas.microsoft.com/office/drawing/2014/main" val="4274895119"/>
                    </a:ext>
                  </a:extLst>
                </a:gridCol>
                <a:gridCol w="2231000">
                  <a:extLst>
                    <a:ext uri="{9D8B030D-6E8A-4147-A177-3AD203B41FA5}">
                      <a16:colId xmlns:a16="http://schemas.microsoft.com/office/drawing/2014/main" val="1514901562"/>
                    </a:ext>
                  </a:extLst>
                </a:gridCol>
                <a:gridCol w="2238559">
                  <a:extLst>
                    <a:ext uri="{9D8B030D-6E8A-4147-A177-3AD203B41FA5}">
                      <a16:colId xmlns:a16="http://schemas.microsoft.com/office/drawing/2014/main" val="1436518135"/>
                    </a:ext>
                  </a:extLst>
                </a:gridCol>
              </a:tblGrid>
              <a:tr h="1167884">
                <a:tc>
                  <a:txBody>
                    <a:bodyPr/>
                    <a:lstStyle/>
                    <a:p>
                      <a:pPr marL="0" marR="0" indent="50165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Method/Approaches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5575" marR="68580" marT="0" marB="0" anchor="ctr"/>
                </a:tc>
                <a:extLst>
                  <a:ext uri="{0D108BD9-81ED-4DB2-BD59-A6C34878D82A}">
                    <a16:rowId xmlns:a16="http://schemas.microsoft.com/office/drawing/2014/main" val="3257147642"/>
                  </a:ext>
                </a:extLst>
              </a:tr>
              <a:tr h="1167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 VGG19 with feature attention module for highlighting lesion regions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95.70%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6660681"/>
                  </a:ext>
                </a:extLst>
              </a:tr>
              <a:tr h="1345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Block (FEB) with transformer and Grading Prediction Block (GPB) with residual attention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DDR/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91.54%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371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87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1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FE5C672-E5E0-740E-D0DA-A5435CCC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2ED564FD-CD99-DBA4-94F1-2B367890F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024803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accent1"/>
              </a:buClr>
              <a:buSzPts val="4400"/>
            </a:pP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Challenges</a:t>
            </a:r>
            <a:endParaRPr u="sng" dirty="0">
              <a:solidFill>
                <a:srgbClr val="002060"/>
              </a:solidFill>
            </a:endParaRPr>
          </a:p>
        </p:txBody>
      </p:sp>
      <p:sp>
        <p:nvSpPr>
          <p:cNvPr id="183" name="Google Shape;183;p20">
            <a:extLst>
              <a:ext uri="{FF2B5EF4-FFF2-40B4-BE49-F238E27FC236}">
                <a16:creationId xmlns:a16="http://schemas.microsoft.com/office/drawing/2014/main" id="{B8B84E44-FEDF-96F5-F242-475C847CE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50A32AF3-3778-B93A-FA59-51D8D14952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97510B24-1EF8-B50F-DA59-FA8EF778C827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26F42-BB10-C788-B3DA-9B1A6A8E39DF}"/>
              </a:ext>
            </a:extLst>
          </p:cNvPr>
          <p:cNvSpPr txBox="1"/>
          <p:nvPr/>
        </p:nvSpPr>
        <p:spPr>
          <a:xfrm>
            <a:off x="914400" y="2205872"/>
            <a:ext cx="101055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research challenges exist in DR classification such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</a:p>
          <a:p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distribution of DR stages causes models to favor majority classes, reducing detection performance for severe DR cases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Diversity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variation in datasets leads to overfitting and poor generalization on real clinical images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Subtle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DR Stages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 DR stages show very similar lesion patterns, making accurate classification difficult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act as black boxes, limiting clinical trust due to lack of clear decision explanations.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729558-BDD4-CDCD-CA7C-D8796EE5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9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B6E725B-B198-8DE2-D8F8-6A5DFDA8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E268F029-4CBF-3EF6-47C9-DE318218E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734548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accent1"/>
              </a:buClr>
              <a:buSzPts val="4400"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0">
            <a:extLst>
              <a:ext uri="{FF2B5EF4-FFF2-40B4-BE49-F238E27FC236}">
                <a16:creationId xmlns:a16="http://schemas.microsoft.com/office/drawing/2014/main" id="{C1EE2505-4F05-614E-1440-31B535248D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7F168EED-19F0-7807-38DB-374ECDDC8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855408F6-BCBF-964C-A3AC-36F5BF35F1B5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D3D4C-8695-26F5-4AA7-49309FE6F0CC}"/>
              </a:ext>
            </a:extLst>
          </p:cNvPr>
          <p:cNvSpPr txBox="1"/>
          <p:nvPr/>
        </p:nvSpPr>
        <p:spPr>
          <a:xfrm>
            <a:off x="914400" y="2205872"/>
            <a:ext cx="101055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contributions are summarized below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deep learning architecture with multi-stage attention block for DR classification using retinal fundus images.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techniques such as normalization, enhancement, and data augmentation to improve image quality and handle class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 attention mechanism to focus on important retinal regions, enhancing feature extraction and classification performance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the model using standard performance metrics, including accuracy, precision, recall, F1-score, and QWK.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F61274-7817-001F-A48B-BD23CA63D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8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4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B6E725B-B198-8DE2-D8F8-6A5DFDA8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E268F029-4CBF-3EF6-47C9-DE318218E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286" y="734548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accent1"/>
              </a:buClr>
              <a:buSzPts val="4400"/>
            </a:pPr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0">
            <a:extLst>
              <a:ext uri="{FF2B5EF4-FFF2-40B4-BE49-F238E27FC236}">
                <a16:creationId xmlns:a16="http://schemas.microsoft.com/office/drawing/2014/main" id="{C1EE2505-4F05-614E-1440-31B535248D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7F168EED-19F0-7807-38DB-374ECDDC8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855408F6-BCBF-964C-A3AC-36F5BF35F1B5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D3D4C-8695-26F5-4AA7-49309FE6F0CC}"/>
              </a:ext>
            </a:extLst>
          </p:cNvPr>
          <p:cNvSpPr txBox="1"/>
          <p:nvPr/>
        </p:nvSpPr>
        <p:spPr>
          <a:xfrm>
            <a:off x="914400" y="2205872"/>
            <a:ext cx="101055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 deep CNN model with attention mechanism outperform standard CNN models in accurately classifying different stages of diabetic retinopathy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[Answer in chap 4]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does the integration of attention mechanisms help deep learning models handle image quality variations, class imbalance, and improve generalization across diverse real-world DR datasets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[Answer in chap 4]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F61274-7817-001F-A48B-BD23CA63D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7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5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80456" y="6098622"/>
            <a:ext cx="1002937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Workflow of Proposed Methodology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282971-A760-EAFE-7623-A5CA5390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 rotWithShape="1">
          <a:blip r:embed="rId3"/>
          <a:srcRect l="35528" t="23493" r="11431" b="14715"/>
          <a:stretch/>
        </p:blipFill>
        <p:spPr bwMode="auto">
          <a:xfrm>
            <a:off x="2461869" y="950668"/>
            <a:ext cx="7244815" cy="48523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AAD6-336D-B45D-44F3-B5DCF7F8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9A451-C09F-E806-FB3D-C677D11D1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133B4-95E3-2316-4925-A4ABA7EE7A78}"/>
              </a:ext>
            </a:extLst>
          </p:cNvPr>
          <p:cNvSpPr/>
          <p:nvPr/>
        </p:nvSpPr>
        <p:spPr>
          <a:xfrm>
            <a:off x="1161142" y="1687406"/>
            <a:ext cx="1002937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Proposed methodology consists of four steps such as data preparation,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hybrid DL architecture (CNN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feature extraction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attention block,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layer) and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details related to these steps are given in the subsequent sections.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-457200">
              <a:buAutoNum type="arabicPeriod"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</a:p>
          <a:p>
            <a:pPr lvl="2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 Data Augmentation: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such as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flip, horizontal flip, random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affine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adjustment are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figure 2</a:t>
            </a:r>
          </a:p>
          <a:p>
            <a:pPr algn="just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B4174742-35C1-7515-94EF-05064D019942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C9632F-7E6F-4904-B612-B5652528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2023C-58EE-7555-4BB7-83C6EFD1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99" y="2771100"/>
            <a:ext cx="5689801" cy="333180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3999" y="6098622"/>
            <a:ext cx="584582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 Augmentation techniques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73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AAD6-336D-B45D-44F3-B5DCF7F8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9A451-C09F-E806-FB3D-C677D11D1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133B4-95E3-2316-4925-A4ABA7EE7A78}"/>
              </a:ext>
            </a:extLst>
          </p:cNvPr>
          <p:cNvSpPr/>
          <p:nvPr/>
        </p:nvSpPr>
        <p:spPr>
          <a:xfrm>
            <a:off x="1161142" y="1687406"/>
            <a:ext cx="1002937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b="1" dirty="0" smtClean="0"/>
              <a:t>1.2. Data Preprocessing</a:t>
            </a:r>
          </a:p>
          <a:p>
            <a:pPr lvl="2"/>
            <a:endParaRPr lang="en-US" sz="2000" b="1" dirty="0"/>
          </a:p>
          <a:p>
            <a:pPr algn="just"/>
            <a:r>
              <a:rPr lang="en-US" sz="2000" dirty="0"/>
              <a:t>Preprocessing of input data is an essential step for image classification and recognition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/>
              <a:t>I</a:t>
            </a:r>
            <a:r>
              <a:rPr lang="en-US" sz="2000" dirty="0" smtClean="0"/>
              <a:t>nitially </a:t>
            </a:r>
            <a:r>
              <a:rPr lang="en-US" sz="2000" dirty="0"/>
              <a:t>each image is resized to a fixed resolution of 224 by 224 pixels with three color channels, allowing uniform input to the CNN architecture EfficientNet-B4. In addition, normalization was applied by scaling pixel values to a standard range, which helps stabilize the training process and improves convergence.</a:t>
            </a:r>
            <a:r>
              <a:rPr lang="en-US" sz="2000" dirty="0" smtClean="0"/>
              <a:t> 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B4174742-35C1-7515-94EF-05064D019942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C9632F-7E6F-4904-B612-B5652528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2023C-58EE-7555-4BB7-83C6EFD1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0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82F8-0BBC-7F0C-DE7B-A1D44BD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D140C-684D-1EF7-5CA7-4FE23D20D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120A5-3ACE-9EDD-8F8A-06048FF84DB0}"/>
              </a:ext>
            </a:extLst>
          </p:cNvPr>
          <p:cNvSpPr/>
          <p:nvPr/>
        </p:nvSpPr>
        <p:spPr>
          <a:xfrm>
            <a:off x="333121" y="694681"/>
            <a:ext cx="10844878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endParaRPr lang="en-US" sz="17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7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1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DL Architecture</a:t>
            </a:r>
          </a:p>
          <a:p>
            <a:pPr lvl="2"/>
            <a:endParaRPr lang="en-US" sz="17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 CNN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and DenseNet-201 are selected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deep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takes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size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 ×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and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high-dimensional feature maps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× 7 ×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1792 and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× 7 ×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1920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represent different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within the image. </a:t>
            </a:r>
            <a:endParaRPr lang="en-US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maps contain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features, such as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edges, textures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color variations, and high-level semantic information. </a:t>
            </a:r>
          </a:p>
          <a:p>
            <a:pPr algn="just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1F1C12FD-5AAA-F549-94EE-403CE5FA1FB9}"/>
              </a:ext>
            </a:extLst>
          </p:cNvPr>
          <p:cNvSpPr/>
          <p:nvPr/>
        </p:nvSpPr>
        <p:spPr>
          <a:xfrm>
            <a:off x="164317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23C3F5-033D-9A8D-2F2D-53D607BD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-6236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59" y="5631800"/>
            <a:ext cx="5845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B4 as CNN backbone for feature extraction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223664" y="3054284"/>
            <a:ext cx="5440335" cy="2667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73EB9E-2C68-B563-7B2B-91F0E752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 rotWithShape="1">
          <a:blip r:embed="rId4"/>
          <a:srcRect t="6436" b="7150"/>
          <a:stretch/>
        </p:blipFill>
        <p:spPr bwMode="auto">
          <a:xfrm>
            <a:off x="5770058" y="3157979"/>
            <a:ext cx="5583741" cy="25642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639014" y="5631800"/>
            <a:ext cx="5845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DenseNet-201 as CNN backbone for feature extraction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71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AB3C-9E9D-6DFE-968A-E00B3B40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EBC8-0AC2-DE5D-9EB5-AB57A3FAE9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A1C9A-D282-AAD1-E82B-A33493B0E235}"/>
              </a:ext>
            </a:extLst>
          </p:cNvPr>
          <p:cNvSpPr/>
          <p:nvPr/>
        </p:nvSpPr>
        <p:spPr>
          <a:xfrm>
            <a:off x="1161142" y="1575646"/>
            <a:ext cx="1002937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 Multi-Stage Attention Block (MSAB)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Multi-Stage Attention Block (MSAB) serves as a key component of the proposed architecture, designed to enhance the discriminative ability of the features extracted by the EF-B4 backbone.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MSAB is designed in two sequential stages,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Attention Block (GATT) and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Attention Block (SATT) to capture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similarity between patches and then focusing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more clinically important regions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accurate classification of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 stages together forming a dual-stage attention mechanism. 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DE884FDE-737D-8995-00C6-03D8B985217A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51CF55-387B-CF3E-55C3-D9A65E33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89209-B8E6-D848-DE6B-3725165B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" r="2301" b="13025"/>
          <a:stretch/>
        </p:blipFill>
        <p:spPr>
          <a:xfrm>
            <a:off x="6660474" y="3000832"/>
            <a:ext cx="5013366" cy="226418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83762" y="5280475"/>
            <a:ext cx="58458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5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Attention Block (MSAB)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AB3C-9E9D-6DFE-968A-E00B3B40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EBC8-0AC2-DE5D-9EB5-AB57A3FAE9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27169" y="6351732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A1C9A-D282-AAD1-E82B-A33493B0E235}"/>
              </a:ext>
            </a:extLst>
          </p:cNvPr>
          <p:cNvSpPr/>
          <p:nvPr/>
        </p:nvSpPr>
        <p:spPr>
          <a:xfrm>
            <a:off x="1161142" y="1440892"/>
            <a:ext cx="10029371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2.2.1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Attention (GATT) Block</a:t>
            </a:r>
          </a:p>
          <a:p>
            <a:endParaRPr lang="en-US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/>
              <a:t>• The Global Attention block captures relationships between different regions of the retinal image.</a:t>
            </a:r>
            <a:br>
              <a:rPr lang="en-US" sz="1500" dirty="0"/>
            </a:br>
            <a:r>
              <a:rPr lang="en-US" sz="1500" dirty="0"/>
              <a:t>• It enables interaction among spatial patches of the feature map to learn global contextual information.</a:t>
            </a:r>
            <a:br>
              <a:rPr lang="en-US" sz="1500" dirty="0"/>
            </a:br>
            <a:r>
              <a:rPr lang="en-US" sz="1500" dirty="0"/>
              <a:t>• This helps the model understand lesion distribution across the entire retina rather than focusing only on local features.</a:t>
            </a:r>
            <a:br>
              <a:rPr lang="en-US" sz="1500" dirty="0"/>
            </a:br>
            <a:r>
              <a:rPr lang="en-US" sz="1500" dirty="0"/>
              <a:t>• As a result, feature representation becomes more informative, improving DR stage classification accuracy.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DE884FDE-737D-8995-00C6-03D8B985217A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51CF55-387B-CF3E-55C3-D9A65E33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89209-B8E6-D848-DE6B-3725165B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704722" y="6296475"/>
            <a:ext cx="58458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Attention (GATT) Block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3257522" y="3258156"/>
            <a:ext cx="6293028" cy="302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AB3C-9E9D-6DFE-968A-E00B3B40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EBC8-0AC2-DE5D-9EB5-AB57A3FAE9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27169" y="6351732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A1C9A-D282-AAD1-E82B-A33493B0E235}"/>
              </a:ext>
            </a:extLst>
          </p:cNvPr>
          <p:cNvSpPr/>
          <p:nvPr/>
        </p:nvSpPr>
        <p:spPr>
          <a:xfrm>
            <a:off x="1161142" y="1440892"/>
            <a:ext cx="1002937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2.2.2 </a:t>
            </a:r>
            <a:r>
              <a:rPr lang="en-US" sz="2000" b="1" dirty="0"/>
              <a:t>Selective Attention (SATT) </a:t>
            </a:r>
            <a:r>
              <a:rPr lang="en-US" sz="2000" b="1" dirty="0" smtClean="0"/>
              <a:t>Block</a:t>
            </a:r>
          </a:p>
          <a:p>
            <a:endParaRPr lang="en-US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• The Selective Attention block focuses on the most important feature channels related to diabetic retinopathy lesions.</a:t>
            </a:r>
            <a:br>
              <a:rPr lang="en-US" sz="1800" dirty="0"/>
            </a:br>
            <a:r>
              <a:rPr lang="en-US" sz="1800" dirty="0"/>
              <a:t>• It assigns higher weights to informative channels and suppresses less useful or noisy ones.</a:t>
            </a:r>
            <a:br>
              <a:rPr lang="en-US" sz="1800" dirty="0"/>
            </a:br>
            <a:r>
              <a:rPr lang="en-US" sz="1800" dirty="0"/>
              <a:t>• This channel-wise refinement enhances discriminative disease features.</a:t>
            </a:r>
            <a:br>
              <a:rPr lang="en-US" sz="1800" dirty="0"/>
            </a:br>
            <a:r>
              <a:rPr lang="en-US" sz="1800" dirty="0"/>
              <a:t>• As a result, the model produces more accurate and stable DR classification.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DE884FDE-737D-8995-00C6-03D8B985217A}"/>
              </a:ext>
            </a:extLst>
          </p:cNvPr>
          <p:cNvSpPr/>
          <p:nvPr/>
        </p:nvSpPr>
        <p:spPr>
          <a:xfrm>
            <a:off x="136036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51CF55-387B-CF3E-55C3-D9A65E33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89209-B8E6-D848-DE6B-3725165B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704722" y="6296475"/>
            <a:ext cx="58458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Region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(SATT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Block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3704722" y="3403076"/>
            <a:ext cx="6201760" cy="29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1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BFB5-292E-BD74-18EA-A0FAACE9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7863-D78C-480E-3F37-EC3AC4DA4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6137D-DD66-6FCB-7BFD-B3E8DD5E4ECD}"/>
              </a:ext>
            </a:extLst>
          </p:cNvPr>
          <p:cNvSpPr/>
          <p:nvPr/>
        </p:nvSpPr>
        <p:spPr>
          <a:xfrm>
            <a:off x="602342" y="1341966"/>
            <a:ext cx="1002937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2.3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(FC) layer converts refined feature maps into a compact feature vector for decision making.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combines all learned global and regional features to form high-level representations.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classifier then applies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produce class probabilities for each DR stage.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class with the highest probability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as the final prediction.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 Classifier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classifier predicts the diabetic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retinopathy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stage. The output includes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DR, Mild, Moderate, Severe, and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Proliferative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</a:p>
          <a:p>
            <a:pPr lvl="2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FD0BF802-13FB-DC67-6186-A1E431B58794}"/>
              </a:ext>
            </a:extLst>
          </p:cNvPr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72B14C-7F53-EF9E-780B-FDDE8E1D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361842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22F007-BCDE-B451-7FE8-76DBBE59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380" y="2580193"/>
            <a:ext cx="6018431" cy="33902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97682" y="5849435"/>
            <a:ext cx="58458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</a:t>
            </a:r>
            <a:r>
              <a:rPr lang="en-US" sz="1600" dirty="0"/>
              <a:t>Overall workflow illustrating final diabetic retinopathy prediction through flattening, fully connected layers, and </a:t>
            </a:r>
            <a:r>
              <a:rPr lang="en-US" sz="1600" dirty="0" err="1"/>
              <a:t>Softmax</a:t>
            </a:r>
            <a:r>
              <a:rPr lang="en-US" sz="1600" dirty="0"/>
              <a:t> classification.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65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320" y="1142230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will present the experimental setup and results obtained after implementing proposed methodology for DR classification. The evaluation of each task is described separately in subsequent sections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AutoNum type="arabicPeriod"/>
            </a:pPr>
            <a:r>
              <a:rPr lang="en-US" altLang="en-US" sz="2400" b="1" u="sng" dirty="0" smtClean="0" bmk="_Toc218453552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Datasets Used:</a:t>
            </a:r>
            <a:endParaRPr lang="en-US" altLang="en-US" sz="2400" b="1" u="sng" dirty="0" bmk="_Toc218453552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sz="1800" dirty="0"/>
              <a:t>Table </a:t>
            </a:r>
            <a:r>
              <a:rPr lang="en-US" sz="1800" dirty="0" smtClean="0"/>
              <a:t>5: </a:t>
            </a:r>
            <a:r>
              <a:rPr lang="en-US" sz="1800" dirty="0"/>
              <a:t>Statistics of Applied Dataset</a:t>
            </a:r>
            <a:endParaRPr lang="en-US" altLang="en-US" sz="24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DC388-3F71-442B-558B-73F63D91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26537"/>
              </p:ext>
            </p:extLst>
          </p:nvPr>
        </p:nvGraphicFramePr>
        <p:xfrm>
          <a:off x="1608029" y="3317899"/>
          <a:ext cx="8802688" cy="244037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78544">
                  <a:extLst>
                    <a:ext uri="{9D8B030D-6E8A-4147-A177-3AD203B41FA5}">
                      <a16:colId xmlns:a16="http://schemas.microsoft.com/office/drawing/2014/main" val="3540494705"/>
                    </a:ext>
                  </a:extLst>
                </a:gridCol>
                <a:gridCol w="2565565">
                  <a:extLst>
                    <a:ext uri="{9D8B030D-6E8A-4147-A177-3AD203B41FA5}">
                      <a16:colId xmlns:a16="http://schemas.microsoft.com/office/drawing/2014/main" val="2880100883"/>
                    </a:ext>
                  </a:extLst>
                </a:gridCol>
                <a:gridCol w="1826834">
                  <a:extLst>
                    <a:ext uri="{9D8B030D-6E8A-4147-A177-3AD203B41FA5}">
                      <a16:colId xmlns:a16="http://schemas.microsoft.com/office/drawing/2014/main" val="3464163758"/>
                    </a:ext>
                  </a:extLst>
                </a:gridCol>
                <a:gridCol w="3031745">
                  <a:extLst>
                    <a:ext uri="{9D8B030D-6E8A-4147-A177-3AD203B41FA5}">
                      <a16:colId xmlns:a16="http://schemas.microsoft.com/office/drawing/2014/main" val="931007042"/>
                    </a:ext>
                  </a:extLst>
                </a:gridCol>
              </a:tblGrid>
              <a:tr h="32870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Datasets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Image type 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No of images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Challenges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0518067"/>
                  </a:ext>
                </a:extLst>
              </a:tr>
              <a:tr h="10487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APTOS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Retinal Fundus Images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3,662 images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Small dataset size, Imbalance classes, Lesion Similarity 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8258425"/>
                  </a:ext>
                </a:extLst>
              </a:tr>
              <a:tr h="10487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IDRiD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Retinal Fundus Images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1548  images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Class imbalance, low resolution, limited samples, uneven distribution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259423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317" y="835057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Data Oversampling</a:t>
            </a:r>
          </a:p>
          <a:p>
            <a:pPr marL="114300" indent="0">
              <a:buNone/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Oversampling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data balancing technique used to address unequal class distribution in machine learning datasets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[30].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increasing the number of samples in minority classes so that all classes contribute equally during model training. 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684222"/>
              </p:ext>
            </p:extLst>
          </p:nvPr>
        </p:nvGraphicFramePr>
        <p:xfrm>
          <a:off x="712002" y="2373840"/>
          <a:ext cx="10767996" cy="406349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13814">
                  <a:extLst>
                    <a:ext uri="{9D8B030D-6E8A-4147-A177-3AD203B41FA5}">
                      <a16:colId xmlns:a16="http://schemas.microsoft.com/office/drawing/2014/main" val="996697464"/>
                    </a:ext>
                  </a:extLst>
                </a:gridCol>
                <a:gridCol w="1386657">
                  <a:extLst>
                    <a:ext uri="{9D8B030D-6E8A-4147-A177-3AD203B41FA5}">
                      <a16:colId xmlns:a16="http://schemas.microsoft.com/office/drawing/2014/main" val="3066849619"/>
                    </a:ext>
                  </a:extLst>
                </a:gridCol>
                <a:gridCol w="814385">
                  <a:extLst>
                    <a:ext uri="{9D8B030D-6E8A-4147-A177-3AD203B41FA5}">
                      <a16:colId xmlns:a16="http://schemas.microsoft.com/office/drawing/2014/main" val="1525636260"/>
                    </a:ext>
                  </a:extLst>
                </a:gridCol>
                <a:gridCol w="1538285">
                  <a:extLst>
                    <a:ext uri="{9D8B030D-6E8A-4147-A177-3AD203B41FA5}">
                      <a16:colId xmlns:a16="http://schemas.microsoft.com/office/drawing/2014/main" val="3568608156"/>
                    </a:ext>
                  </a:extLst>
                </a:gridCol>
                <a:gridCol w="1538285">
                  <a:extLst>
                    <a:ext uri="{9D8B030D-6E8A-4147-A177-3AD203B41FA5}">
                      <a16:colId xmlns:a16="http://schemas.microsoft.com/office/drawing/2014/main" val="2321969988"/>
                    </a:ext>
                  </a:extLst>
                </a:gridCol>
                <a:gridCol w="1538285">
                  <a:extLst>
                    <a:ext uri="{9D8B030D-6E8A-4147-A177-3AD203B41FA5}">
                      <a16:colId xmlns:a16="http://schemas.microsoft.com/office/drawing/2014/main" val="2372481715"/>
                    </a:ext>
                  </a:extLst>
                </a:gridCol>
                <a:gridCol w="1538285">
                  <a:extLst>
                    <a:ext uri="{9D8B030D-6E8A-4147-A177-3AD203B41FA5}">
                      <a16:colId xmlns:a16="http://schemas.microsoft.com/office/drawing/2014/main" val="2554404169"/>
                    </a:ext>
                  </a:extLst>
                </a:gridCol>
              </a:tblGrid>
              <a:tr h="27931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056275"/>
                  </a:ext>
                </a:extLst>
              </a:tr>
              <a:tr h="5586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DR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Proliferative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7495742"/>
                  </a:ext>
                </a:extLst>
              </a:tr>
              <a:tr h="558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Class-wise selected images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1805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999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193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295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2684802"/>
                  </a:ext>
                </a:extLst>
              </a:tr>
              <a:tr h="2793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Oversampled images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1435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806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1612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1510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312504"/>
                  </a:ext>
                </a:extLst>
              </a:tr>
              <a:tr h="558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+ Oversampled images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1805 in each class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33172"/>
                  </a:ext>
                </a:extLst>
              </a:tr>
              <a:tr h="558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Class-wise selected images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408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423304"/>
                  </a:ext>
                </a:extLst>
              </a:tr>
              <a:tr h="2793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Oversampled images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5916832"/>
                  </a:ext>
                </a:extLst>
              </a:tr>
              <a:tr h="558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+ Oversampled images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408 in each class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4201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10853" y="2100831"/>
            <a:ext cx="5128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algn="ctr"/>
            <a:r>
              <a:rPr lang="en-US" dirty="0"/>
              <a:t>Table </a:t>
            </a:r>
            <a:r>
              <a:rPr lang="en-US" dirty="0" smtClean="0"/>
              <a:t>6:</a:t>
            </a:r>
            <a:r>
              <a:rPr lang="en-US" dirty="0"/>
              <a:t>Oversampling statistics for (APTOS, </a:t>
            </a:r>
            <a:r>
              <a:rPr lang="en-US" dirty="0" err="1"/>
              <a:t>IDRiD</a:t>
            </a:r>
            <a:r>
              <a:rPr lang="en-US" dirty="0"/>
              <a:t>) datasets</a:t>
            </a:r>
            <a:endParaRPr lang="en-US" b="1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75691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Data Oversampling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65" y="2126152"/>
            <a:ext cx="5332414" cy="41375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2273" y="6227995"/>
            <a:ext cx="58458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APTOS dataset before and after oversampling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34"/>
          <a:stretch/>
        </p:blipFill>
        <p:spPr bwMode="auto">
          <a:xfrm>
            <a:off x="6102417" y="1922694"/>
            <a:ext cx="5492552" cy="44464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911579" y="6263697"/>
            <a:ext cx="58458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10: </a:t>
            </a:r>
            <a:r>
              <a:rPr lang="en-US" dirty="0" err="1" smtClean="0"/>
              <a:t>IDRiD</a:t>
            </a:r>
            <a:r>
              <a:rPr lang="en-US" dirty="0" smtClean="0"/>
              <a:t> </a:t>
            </a:r>
            <a:r>
              <a:rPr lang="en-US" dirty="0"/>
              <a:t>dataset before and after oversampling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86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75698"/>
            <a:ext cx="8835189" cy="78874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Evaluation Metrics</a:t>
            </a: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14300" indent="0"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77281"/>
              </p:ext>
            </p:extLst>
          </p:nvPr>
        </p:nvGraphicFramePr>
        <p:xfrm>
          <a:off x="838199" y="1473545"/>
          <a:ext cx="10413733" cy="499633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5010583">
                  <a:extLst>
                    <a:ext uri="{9D8B030D-6E8A-4147-A177-3AD203B41FA5}">
                      <a16:colId xmlns:a16="http://schemas.microsoft.com/office/drawing/2014/main" val="3238337581"/>
                    </a:ext>
                  </a:extLst>
                </a:gridCol>
                <a:gridCol w="5403150">
                  <a:extLst>
                    <a:ext uri="{9D8B030D-6E8A-4147-A177-3AD203B41FA5}">
                      <a16:colId xmlns:a16="http://schemas.microsoft.com/office/drawing/2014/main" val="3038723754"/>
                    </a:ext>
                  </a:extLst>
                </a:gridCol>
              </a:tblGrid>
              <a:tr h="4462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Matrics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Equations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9583697"/>
                  </a:ext>
                </a:extLst>
              </a:tr>
              <a:tr h="7407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9704447"/>
                  </a:ext>
                </a:extLst>
              </a:tr>
              <a:tr h="9370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8553409"/>
                  </a:ext>
                </a:extLst>
              </a:tr>
              <a:tr h="94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078302"/>
                  </a:ext>
                </a:extLst>
              </a:tr>
              <a:tr h="8992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1495720"/>
                  </a:ext>
                </a:extLst>
              </a:tr>
              <a:tr h="1027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Quadratic Weighted Kappa (QWK)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4157590"/>
                  </a:ext>
                </a:extLst>
              </a:tr>
            </a:tbl>
          </a:graphicData>
        </a:graphic>
      </p:graphicFrame>
      <p:pic>
        <p:nvPicPr>
          <p:cNvPr id="2053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435" y="1993691"/>
            <a:ext cx="1745862" cy="60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2"/>
          <a:stretch>
            <a:fillRect/>
          </a:stretch>
        </p:blipFill>
        <p:spPr bwMode="auto">
          <a:xfrm>
            <a:off x="7679754" y="2664074"/>
            <a:ext cx="2037751" cy="90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2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157" y="3674564"/>
            <a:ext cx="1870971" cy="80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" t="6380"/>
          <a:stretch>
            <a:fillRect/>
          </a:stretch>
        </p:blipFill>
        <p:spPr bwMode="auto">
          <a:xfrm>
            <a:off x="7765198" y="4557113"/>
            <a:ext cx="2049832" cy="82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157" y="5524523"/>
            <a:ext cx="1938348" cy="76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43487" y="1186431"/>
            <a:ext cx="3852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algn="ctr"/>
            <a:r>
              <a:rPr lang="en-US" dirty="0"/>
              <a:t>Table </a:t>
            </a:r>
            <a:r>
              <a:rPr lang="en-US" dirty="0" smtClean="0"/>
              <a:t>7: </a:t>
            </a:r>
            <a:r>
              <a:rPr lang="en-US" dirty="0"/>
              <a:t>Performance</a:t>
            </a:r>
            <a:r>
              <a:rPr lang="en-US" dirty="0" smtClean="0"/>
              <a:t> Classification Matrices</a:t>
            </a:r>
            <a:endParaRPr lang="en-US" b="1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269012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20278"/>
            <a:ext cx="10515600" cy="4784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Experimental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053749"/>
              </p:ext>
            </p:extLst>
          </p:nvPr>
        </p:nvGraphicFramePr>
        <p:xfrm>
          <a:off x="1223212" y="2098013"/>
          <a:ext cx="10240476" cy="42491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5672">
                  <a:extLst>
                    <a:ext uri="{9D8B030D-6E8A-4147-A177-3AD203B41FA5}">
                      <a16:colId xmlns:a16="http://schemas.microsoft.com/office/drawing/2014/main" val="4065796602"/>
                    </a:ext>
                  </a:extLst>
                </a:gridCol>
                <a:gridCol w="2988535">
                  <a:extLst>
                    <a:ext uri="{9D8B030D-6E8A-4147-A177-3AD203B41FA5}">
                      <a16:colId xmlns:a16="http://schemas.microsoft.com/office/drawing/2014/main" val="2640080548"/>
                    </a:ext>
                  </a:extLst>
                </a:gridCol>
                <a:gridCol w="2775068">
                  <a:extLst>
                    <a:ext uri="{9D8B030D-6E8A-4147-A177-3AD203B41FA5}">
                      <a16:colId xmlns:a16="http://schemas.microsoft.com/office/drawing/2014/main" val="2432465232"/>
                    </a:ext>
                  </a:extLst>
                </a:gridCol>
                <a:gridCol w="1921201">
                  <a:extLst>
                    <a:ext uri="{9D8B030D-6E8A-4147-A177-3AD203B41FA5}">
                      <a16:colId xmlns:a16="http://schemas.microsoft.com/office/drawing/2014/main" val="3029210306"/>
                    </a:ext>
                  </a:extLst>
                </a:gridCol>
              </a:tblGrid>
              <a:tr h="302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Setting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Setting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9466064"/>
                  </a:ext>
                </a:extLst>
              </a:tr>
              <a:tr h="626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Colab (GPU-enabled)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AdamW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201427"/>
                  </a:ext>
                </a:extLst>
              </a:tr>
              <a:tr h="513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Backbone Network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EfficientNet-B4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×10−4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6049452"/>
                  </a:ext>
                </a:extLst>
              </a:tr>
              <a:tr h="302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Image Size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224 ×224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5702966"/>
                  </a:ext>
                </a:extLst>
              </a:tr>
              <a:tr h="9499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 and IDRiD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Selection Metric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Quadratic Weighted Kappa (QWK)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0185609"/>
                  </a:ext>
                </a:extLst>
              </a:tr>
              <a:tr h="777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Train/Validation/Test Split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Task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Five-Class DR Classification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7819640"/>
                  </a:ext>
                </a:extLst>
              </a:tr>
              <a:tr h="777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Augmentation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 Flip, Rotation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Balancing Method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Over-Sampling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228274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4560" y="1744696"/>
            <a:ext cx="2558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algn="ctr"/>
            <a:r>
              <a:rPr lang="en-US" dirty="0"/>
              <a:t>Table 8</a:t>
            </a:r>
            <a:r>
              <a:rPr lang="en-US" dirty="0" smtClean="0"/>
              <a:t>: Experimental Setup</a:t>
            </a:r>
            <a:endParaRPr lang="en-US" b="1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10190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20278"/>
            <a:ext cx="10515600" cy="4784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Confusion Matrix Analysis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6634" y="5966008"/>
            <a:ext cx="517000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11: </a:t>
            </a:r>
            <a:r>
              <a:rPr lang="en-US" sz="1200" dirty="0"/>
              <a:t>Confusion Matrix for APTOS Imbalanced using EfficientNet-B4</a:t>
            </a:r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/>
          <a:stretch/>
        </p:blipFill>
        <p:spPr>
          <a:xfrm>
            <a:off x="1142499" y="1940848"/>
            <a:ext cx="4265356" cy="380301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1"/>
          <a:stretch/>
        </p:blipFill>
        <p:spPr>
          <a:xfrm>
            <a:off x="6096000" y="1940848"/>
            <a:ext cx="4126281" cy="360181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3956" y="5936814"/>
            <a:ext cx="501611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12: </a:t>
            </a:r>
            <a:r>
              <a:rPr lang="en-US" sz="1200" dirty="0"/>
              <a:t>Confusion Matrix for APTOS B</a:t>
            </a:r>
            <a:r>
              <a:rPr lang="en-US" sz="1200" dirty="0" smtClean="0"/>
              <a:t>alanced </a:t>
            </a:r>
            <a:r>
              <a:rPr lang="en-US" sz="1200" dirty="0"/>
              <a:t>using EfficientNet-B4</a:t>
            </a:r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1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20278"/>
            <a:ext cx="10515600" cy="4784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Confusion Matrix Analysis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6634" y="5966008"/>
            <a:ext cx="503054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13: </a:t>
            </a:r>
            <a:r>
              <a:rPr lang="en-US" sz="1200" dirty="0"/>
              <a:t>Confusion Matrix for </a:t>
            </a:r>
            <a:r>
              <a:rPr lang="en-US" sz="1200" dirty="0" err="1" smtClean="0"/>
              <a:t>IDRiD</a:t>
            </a:r>
            <a:r>
              <a:rPr lang="en-US" sz="1200" dirty="0" smtClean="0"/>
              <a:t> </a:t>
            </a:r>
            <a:r>
              <a:rPr lang="en-US" sz="1200" dirty="0"/>
              <a:t>Imbalanced using EfficientNet-B4</a:t>
            </a:r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74" y="1959718"/>
            <a:ext cx="3796030" cy="34709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3956" y="5936814"/>
            <a:ext cx="490230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14: </a:t>
            </a:r>
            <a:r>
              <a:rPr lang="en-US" sz="1200" dirty="0"/>
              <a:t>Confusion Matrix for </a:t>
            </a:r>
            <a:r>
              <a:rPr lang="en-US" sz="1200" dirty="0" err="1" smtClean="0"/>
              <a:t>IDRiD</a:t>
            </a:r>
            <a:r>
              <a:rPr lang="en-US" sz="1200" dirty="0" smtClean="0"/>
              <a:t> </a:t>
            </a:r>
            <a:r>
              <a:rPr lang="en-US" sz="1200" dirty="0"/>
              <a:t>B</a:t>
            </a:r>
            <a:r>
              <a:rPr lang="en-US" sz="1200" dirty="0" smtClean="0"/>
              <a:t>alanced </a:t>
            </a:r>
            <a:r>
              <a:rPr lang="en-US" sz="1200" dirty="0"/>
              <a:t>using EfficientNet-B4</a:t>
            </a:r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6"/>
          <a:stretch/>
        </p:blipFill>
        <p:spPr>
          <a:xfrm>
            <a:off x="1032404" y="1940848"/>
            <a:ext cx="4159249" cy="3664486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8"/>
          <a:stretch/>
        </p:blipFill>
        <p:spPr>
          <a:xfrm>
            <a:off x="6150754" y="1934726"/>
            <a:ext cx="4133850" cy="36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9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20278"/>
            <a:ext cx="10515600" cy="4784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Confusion Matrix Analysis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6634" y="5966008"/>
            <a:ext cx="513313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15: </a:t>
            </a:r>
            <a:r>
              <a:rPr lang="en-US" sz="1200" dirty="0"/>
              <a:t>Confusion Matrix for APTOS Imbalanced using DenseNet-121</a:t>
            </a:r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499" y="1940848"/>
            <a:ext cx="4159250" cy="380301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74" y="1959718"/>
            <a:ext cx="3796030" cy="34709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3956" y="5936814"/>
            <a:ext cx="497924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16: </a:t>
            </a:r>
            <a:r>
              <a:rPr lang="en-US" sz="1200" dirty="0"/>
              <a:t>Confusion Matrix for APTOS B</a:t>
            </a:r>
            <a:r>
              <a:rPr lang="en-US" sz="1200" dirty="0" smtClean="0"/>
              <a:t>alanced </a:t>
            </a:r>
            <a:r>
              <a:rPr lang="en-US" sz="1200" dirty="0"/>
              <a:t>using </a:t>
            </a:r>
            <a:r>
              <a:rPr lang="en-US" sz="1200" dirty="0" smtClean="0"/>
              <a:t>DenseNet-121</a:t>
            </a:r>
            <a:endParaRPr lang="en-US" sz="1200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5"/>
          <a:srcRect t="5118"/>
          <a:stretch/>
        </p:blipFill>
        <p:spPr>
          <a:xfrm>
            <a:off x="1082808" y="1808586"/>
            <a:ext cx="4336569" cy="3901794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0"/>
          <a:stretch/>
        </p:blipFill>
        <p:spPr>
          <a:xfrm>
            <a:off x="6013340" y="1673526"/>
            <a:ext cx="4535253" cy="375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2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20278"/>
            <a:ext cx="10515600" cy="478427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Confusion Matrix Analysis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3676-642E-1562-6037-B70C923E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6634" y="5966008"/>
            <a:ext cx="501932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17: </a:t>
            </a:r>
            <a:r>
              <a:rPr lang="en-US" sz="1200" dirty="0"/>
              <a:t>Confusion Matrix for </a:t>
            </a:r>
            <a:r>
              <a:rPr lang="en-US" sz="1200" dirty="0" err="1" smtClean="0"/>
              <a:t>IDRiD</a:t>
            </a:r>
            <a:r>
              <a:rPr lang="en-US" sz="1200" dirty="0" smtClean="0"/>
              <a:t> </a:t>
            </a:r>
            <a:r>
              <a:rPr lang="en-US" sz="1200" dirty="0"/>
              <a:t>Imbalanced using </a:t>
            </a:r>
            <a:r>
              <a:rPr lang="en-US" sz="1200" dirty="0" smtClean="0"/>
              <a:t>DenseNet-201</a:t>
            </a:r>
            <a:endParaRPr lang="en-US" sz="1200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3956" y="5936814"/>
            <a:ext cx="486543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 </a:t>
            </a:r>
            <a:r>
              <a:rPr lang="en-US" sz="1200" dirty="0" smtClean="0"/>
              <a:t>18: </a:t>
            </a:r>
            <a:r>
              <a:rPr lang="en-US" sz="1200" dirty="0"/>
              <a:t>Confusion Matrix for </a:t>
            </a:r>
            <a:r>
              <a:rPr lang="en-US" sz="1200" dirty="0" err="1" smtClean="0"/>
              <a:t>IDRiD</a:t>
            </a:r>
            <a:r>
              <a:rPr lang="en-US" sz="1200" dirty="0" smtClean="0"/>
              <a:t> </a:t>
            </a:r>
            <a:r>
              <a:rPr lang="en-US" sz="1200" dirty="0"/>
              <a:t>B</a:t>
            </a:r>
            <a:r>
              <a:rPr lang="en-US" sz="1200" dirty="0" smtClean="0"/>
              <a:t>alanced </a:t>
            </a:r>
            <a:r>
              <a:rPr lang="en-US" sz="1200" dirty="0"/>
              <a:t>using </a:t>
            </a:r>
            <a:r>
              <a:rPr lang="en-US" sz="1200" dirty="0" smtClean="0"/>
              <a:t>DenseNet-201</a:t>
            </a:r>
            <a:endParaRPr lang="en-US" sz="1200" dirty="0"/>
          </a:p>
          <a:p>
            <a:pPr marL="114300" indent="0" algn="ctr">
              <a:buNone/>
            </a:pPr>
            <a:endParaRPr lang="en-US" altLang="en-US" sz="1800" b="1" dirty="0">
              <a:solidFill>
                <a:srgbClr val="4A66A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5"/>
          <a:stretch/>
        </p:blipFill>
        <p:spPr>
          <a:xfrm>
            <a:off x="1093509" y="1809946"/>
            <a:ext cx="4167917" cy="3917696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6"/>
          <a:stretch/>
        </p:blipFill>
        <p:spPr>
          <a:xfrm>
            <a:off x="6210013" y="1809946"/>
            <a:ext cx="4012268" cy="364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8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895148"/>
            <a:ext cx="10014527" cy="3853781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Ablation Study Using EfficientNet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B4 as Backbone 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9: Experimental results of balanced and imbalanced                       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APTOS and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B4 as backbone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Accuracy, F1-score, and QWK evaluation metrics</a:t>
            </a:r>
            <a:endParaRPr lang="en-US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531582" y="1341067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7"/>
          <a:stretch/>
        </p:blipFill>
        <p:spPr>
          <a:xfrm>
            <a:off x="450607" y="2332383"/>
            <a:ext cx="6209279" cy="20058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1" t="31422" r="3766"/>
          <a:stretch/>
        </p:blipFill>
        <p:spPr>
          <a:xfrm>
            <a:off x="6231117" y="2394408"/>
            <a:ext cx="5656083" cy="1828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28" r="8129"/>
          <a:stretch/>
        </p:blipFill>
        <p:spPr>
          <a:xfrm>
            <a:off x="612742" y="4817097"/>
            <a:ext cx="5537972" cy="17014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9" t="28309" r="5397"/>
          <a:stretch/>
        </p:blipFill>
        <p:spPr>
          <a:xfrm>
            <a:off x="6244652" y="4735214"/>
            <a:ext cx="5414545" cy="1701802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6447" y="1701341"/>
            <a:ext cx="4390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10: Experimental results of balanced and imbalanced 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APTOS and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CA + backbone using Accuracy,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F1-score, and QWK evaluation metrics</a:t>
            </a:r>
            <a:endParaRPr lang="en-US" sz="1200" b="1" dirty="0" smtClean="0"/>
          </a:p>
          <a:p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933080" y="4205660"/>
            <a:ext cx="5028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11: Experimental results of balanced and imbalanced 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APTOS and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RA + backbone using Accuracy,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F1-score, and QWK evaluation metrics</a:t>
            </a:r>
            <a:endParaRPr lang="en-US" sz="1200" b="1" dirty="0" smtClean="0"/>
          </a:p>
          <a:p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6352202" y="4137295"/>
            <a:ext cx="5333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12: Experimental results of balanced and imbalanced 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APTOS and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MSAB + backbone using Accuracy,</a:t>
            </a: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F1-score, and QWK evaluation metrics</a:t>
            </a:r>
            <a:endParaRPr lang="en-US" sz="1200" b="1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8806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895148"/>
            <a:ext cx="10014527" cy="3853781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Ablation Study Using DenseNet-201 as Backbone 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/>
              <a:buNone/>
            </a:pPr>
            <a:endParaRPr lang="en-US" sz="1200" dirty="0" smtClean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Table 13: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Experimental results of balanced and imbalanced 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APTOS and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IDRiD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datasets with DenseNet-201 backbone using </a:t>
            </a:r>
          </a:p>
          <a:p>
            <a:pPr marL="11430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Accuracy, F1-score, and QWK evaluation metrics.</a:t>
            </a:r>
            <a:endParaRPr lang="en-US" altLang="en-US" sz="12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049" y="1761267"/>
            <a:ext cx="453201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balanced and imbalanced APTOS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DenseNet-201 backbone using Accuracy,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QWK evaluation metrics.</a:t>
            </a:r>
          </a:p>
          <a:p>
            <a:pPr marL="11430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3532" y="4103611"/>
            <a:ext cx="5028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algn="just">
              <a:buSzPts val="1800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Table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15: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Experimental results of balanced and imbalanced APTOS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IDRiD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 datasets with DenseNet-201 backbone using Accuracy, F1-score, and QWK evaluation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2436" y="4103611"/>
            <a:ext cx="5333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algn="just">
              <a:buSzPts val="1800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balanced and imbalanced APTOS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IDRiD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with DenseNet-201 backbone using Accuracy, F1-score, and QWK evaluation metrics.</a:t>
            </a:r>
          </a:p>
          <a:p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25" y="2410706"/>
            <a:ext cx="5149635" cy="17842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553" y="2410705"/>
            <a:ext cx="5325766" cy="17766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91" y="4793780"/>
            <a:ext cx="5172586" cy="17201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294" y="4776967"/>
            <a:ext cx="5011592" cy="17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6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895148"/>
            <a:ext cx="10014527" cy="3853781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Comparison With Base Paper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proposed framework with Base-Paper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298782"/>
              </p:ext>
            </p:extLst>
          </p:nvPr>
        </p:nvGraphicFramePr>
        <p:xfrm>
          <a:off x="838200" y="2440300"/>
          <a:ext cx="10515600" cy="292080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8077713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320586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346700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96621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463024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10281375"/>
                    </a:ext>
                  </a:extLst>
                </a:gridCol>
              </a:tblGrid>
              <a:tr h="634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QWK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5953849"/>
                  </a:ext>
                </a:extLst>
              </a:tr>
              <a:tr h="1346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0" u="sng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20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en-US" sz="2000" b="0" u="sng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000" b="0" u="sng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Multi-Stage attention Mechanism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4654706"/>
                  </a:ext>
                </a:extLst>
              </a:tr>
              <a:tr h="634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EffNet-B4+MSAB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81.58%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86.57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1866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09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-122549"/>
            <a:ext cx="10014527" cy="3919369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15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Comparison With Existing Studies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18: Comparison of proposed framework with Existing Studies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791178"/>
              </p:ext>
            </p:extLst>
          </p:nvPr>
        </p:nvGraphicFramePr>
        <p:xfrm>
          <a:off x="622839" y="820138"/>
          <a:ext cx="9850342" cy="5569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56789">
                  <a:extLst>
                    <a:ext uri="{9D8B030D-6E8A-4147-A177-3AD203B41FA5}">
                      <a16:colId xmlns:a16="http://schemas.microsoft.com/office/drawing/2014/main" val="3028075466"/>
                    </a:ext>
                  </a:extLst>
                </a:gridCol>
                <a:gridCol w="1071937">
                  <a:extLst>
                    <a:ext uri="{9D8B030D-6E8A-4147-A177-3AD203B41FA5}">
                      <a16:colId xmlns:a16="http://schemas.microsoft.com/office/drawing/2014/main" val="879100995"/>
                    </a:ext>
                  </a:extLst>
                </a:gridCol>
                <a:gridCol w="2406554">
                  <a:extLst>
                    <a:ext uri="{9D8B030D-6E8A-4147-A177-3AD203B41FA5}">
                      <a16:colId xmlns:a16="http://schemas.microsoft.com/office/drawing/2014/main" val="3935437262"/>
                    </a:ext>
                  </a:extLst>
                </a:gridCol>
                <a:gridCol w="2941165">
                  <a:extLst>
                    <a:ext uri="{9D8B030D-6E8A-4147-A177-3AD203B41FA5}">
                      <a16:colId xmlns:a16="http://schemas.microsoft.com/office/drawing/2014/main" val="467223422"/>
                    </a:ext>
                  </a:extLst>
                </a:gridCol>
                <a:gridCol w="2073897">
                  <a:extLst>
                    <a:ext uri="{9D8B030D-6E8A-4147-A177-3AD203B41FA5}">
                      <a16:colId xmlns:a16="http://schemas.microsoft.com/office/drawing/2014/main" val="3044948405"/>
                    </a:ext>
                  </a:extLst>
                </a:gridCol>
              </a:tblGrid>
              <a:tr h="269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890039964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75.61%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300256807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79.50%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3875547923"/>
                  </a:ext>
                </a:extLst>
              </a:tr>
              <a:tr h="2693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Multi-attention Block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439852443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Lesion Localization CNN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77.80%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2872396788"/>
                  </a:ext>
                </a:extLst>
              </a:tr>
              <a:tr h="5064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VGG19 + ResNet50V2 / Hybrid approach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APTOS/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757182256"/>
                  </a:ext>
                </a:extLst>
              </a:tr>
              <a:tr h="5064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and Vision Transformer (ViT)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4029989493"/>
                  </a:ext>
                </a:extLst>
              </a:tr>
              <a:tr h="5064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3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r>
                        <a:rPr lang="en-US" sz="13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Block (FEB) with transformer 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91.54%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250832934"/>
                  </a:ext>
                </a:extLst>
              </a:tr>
              <a:tr h="26937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4"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EffNet-B4+MSAB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APTOS-Bal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81.58%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79046149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APTOS-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ImBal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73.77%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177649637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IDRiD-Bal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82.26%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687785029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IDRiD-ImBal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54.84%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3678733785"/>
                  </a:ext>
                </a:extLst>
              </a:tr>
              <a:tr h="26937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4"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DenseNet-201+MSAB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APTOS-Bal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81.42%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2939256743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APTOS-ImBal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71.86%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929643049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IDRiD-Bal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94.76%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1647167666"/>
                  </a:ext>
                </a:extLst>
              </a:tr>
              <a:tr h="2693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IDRiD-ImBal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52.69%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07" marR="25607" marT="0" marB="0" anchor="ctr"/>
                </a:tc>
                <a:extLst>
                  <a:ext uri="{0D108BD9-81ED-4DB2-BD59-A6C34878D82A}">
                    <a16:rowId xmlns:a16="http://schemas.microsoft.com/office/drawing/2014/main" val="241200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4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895148"/>
            <a:ext cx="10014527" cy="3853781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Discussions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408551" y="1438153"/>
            <a:ext cx="11195844" cy="477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342900" algn="just" defTabSz="914400" eaLnBrk="0" fontAlgn="base" latinLnBrk="0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  <a:tabLst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The proposed EfficientNet-B4 with MSAB outperformed traditional CNN models in DR classification. </a:t>
            </a:r>
          </a:p>
          <a:p>
            <a:pPr marL="457200" lvl="0" indent="-342900" algn="just" defTabSz="914400" eaLnBrk="0" fontAlgn="base" latinLnBrk="0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  <a:tabLst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The attention mechanism improved lesion-focused feature learning and classification of different DR severity stages. </a:t>
            </a:r>
          </a:p>
          <a:p>
            <a:pPr marL="457200" lvl="0" indent="-342900" algn="just" defTabSz="914400" eaLnBrk="0" fontAlgn="base" latinLnBrk="0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  <a:tabLst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Strong performance was also achieved in Precision, Recall, F1-Score, and QWK. These results indicate the model’s ability to distinguish between different DR stages with reliable classification capability</a:t>
            </a:r>
            <a:r>
              <a:rPr lang="en-US" altLang="en-US" sz="19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.</a:t>
            </a:r>
            <a:endParaRPr lang="en-US" altLang="en-US" sz="19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57200" lvl="0" indent="-3429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Traditional CNN-based approaches evaluated on the APTOS dataset achieved accuracies between 75.61% and 80%. In comparison, the proposed EfficientNet-B4 with Multi-Stage Attention Block (MSAB) achieved a higher accuracy of 81.58% on the balanced APTOS dataset and 82.26% on the balanced </a:t>
            </a:r>
            <a:r>
              <a:rPr lang="en-US" altLang="en-US" sz="19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IDRiD</a:t>
            </a: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dataset [Answer to RQ1]. </a:t>
            </a:r>
          </a:p>
        </p:txBody>
      </p:sp>
    </p:spTree>
    <p:extLst>
      <p:ext uri="{BB962C8B-B14F-4D97-AF65-F5344CB8AC3E}">
        <p14:creationId xmlns:p14="http://schemas.microsoft.com/office/powerpoint/2010/main" val="215090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895148"/>
            <a:ext cx="10014527" cy="3853781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Discussions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-203835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 rot="10800000" flipV="1">
            <a:off x="443844" y="1225273"/>
            <a:ext cx="10504602" cy="5343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3429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Attention mechanisms helped the model focus on important retinal lesions while suppressing irrelevant background information. </a:t>
            </a:r>
          </a:p>
          <a:p>
            <a:pPr marL="457200" indent="-3429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This improved robustness against image quality variations such as blur, noise, and illumination changes. </a:t>
            </a:r>
          </a:p>
          <a:p>
            <a:pPr marL="457200" indent="-3429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Finally, attention improves generalization across diverse datasets by capturing both local lesion details and global contextual relationships.</a:t>
            </a:r>
          </a:p>
          <a:p>
            <a:pPr marL="457200" indent="-3429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Although 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proposed model achieved higher accuracy under balanced conditions, while performance decreased on imbalanced datasets (73.77% on APTOS-</a:t>
            </a:r>
            <a:r>
              <a:rPr lang="en-US" sz="19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ImBal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 and 54.84% on </a:t>
            </a:r>
            <a:r>
              <a:rPr lang="en-US" sz="1900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IDRiD-ImBal</a:t>
            </a:r>
            <a:r>
              <a:rPr lang="en-US" sz="19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)</a:t>
            </a:r>
            <a:r>
              <a:rPr lang="en-US" altLang="en-US" sz="19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, </a:t>
            </a: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the attention-guided model still performed better than conventional CNN approaches. </a:t>
            </a:r>
            <a:r>
              <a:rPr lang="en-US" alt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[Answer to </a:t>
            </a:r>
            <a:r>
              <a:rPr lang="en-US" altLang="en-US" sz="19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RQ2]. </a:t>
            </a:r>
            <a:endParaRPr lang="en-US" altLang="en-US" sz="19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114300" algn="just" eaLnBrk="0" fontAlgn="base" hangingPunct="0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altLang="en-US" sz="19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48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2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771842"/>
            <a:ext cx="10014527" cy="38537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retinal datasets to improve robustness and generalization of the proposed model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data augmentation and synthetic data generation techniques to handle class imbalance and increase minority DR samples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Different backbones for better feature extraction.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Explainable AI techniques to provide visual decision support for clinicians and enhance trust in automated DR diagnosis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0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465469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40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9529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 panose="02020603050405020304"/>
              <a:buNone/>
            </a:pPr>
            <a:r>
              <a:rPr lang="en-US" b="1" i="0" u="sng" strike="noStrik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 b="1" u="sng" dirty="0">
              <a:solidFill>
                <a:srgbClr val="002060"/>
              </a:solidFill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 lang="en-US"/>
          </a:p>
        </p:txBody>
      </p:sp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1240" y="1489435"/>
            <a:ext cx="10667994" cy="44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endParaRPr sz="28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23ADA-438E-D578-4086-5A938C22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9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771842"/>
            <a:ext cx="10014527" cy="385378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hybrid deep learning framework for Diabetic Retinopathy (DR) classification using retinal fundus images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EfficientNet-B4 and DenseNet-201 as backbone with Multi-Stage Attention (MSAB) to enhance feature extraction and classification accuracy.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preprocessing techniques to improve image quality and reduce the effect of class imbalance.</a:t>
            </a:r>
            <a:endParaRPr lang="en-US" altLang="en-US" sz="16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smtClean="0"/>
              <a:t>Introduced Cross-Patch Attention for global contextual learning and Region Attention for lesion-focused feature refinement.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/>
              <a:t>Evaluated the framework on APTOS and </a:t>
            </a:r>
            <a:r>
              <a:rPr lang="en-US" sz="1600" dirty="0" err="1" smtClean="0"/>
              <a:t>IDRiD</a:t>
            </a:r>
            <a:r>
              <a:rPr lang="en-US" sz="1600" dirty="0" smtClean="0"/>
              <a:t> datasets under both balanced and imbalanced settings.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/>
              <a:t>Achieved strong performance across evaluation metrics including Accuracy, Precision, Recall, F1-score, and QWK.</a:t>
            </a:r>
          </a:p>
          <a:p>
            <a:pPr algn="just">
              <a:lnSpc>
                <a:spcPct val="150000"/>
              </a:lnSpc>
            </a:pPr>
            <a:r>
              <a:rPr lang="en-US" sz="1600" dirty="0" smtClean="0"/>
              <a:t>Ablation study validated the effectiveness of each attention module in improving DR stage discrimination.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 lang="en-US"/>
          </a:p>
        </p:txBody>
      </p:sp>
      <p:sp>
        <p:nvSpPr>
          <p:cNvPr id="185" name="Google Shape;185;p20"/>
          <p:cNvSpPr/>
          <p:nvPr/>
        </p:nvSpPr>
        <p:spPr>
          <a:xfrm>
            <a:off x="126609" y="103306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8E61-9FF2-AD6C-4074-DA4DD1EE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465469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72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10FA-54CB-9A38-E500-02A24F53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2707-DA1D-10A4-E54F-DD0CF933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2060"/>
                </a:solidFill>
                <a:sym typeface="+mn-ea"/>
              </a:rPr>
              <a:t>Timeline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62DFD-F260-EB17-4253-EDEA3AB2AD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6816E92-2F44-67FA-1099-EADBF9E8DAFB}"/>
              </a:ext>
            </a:extLst>
          </p:cNvPr>
          <p:cNvSpPr txBox="1"/>
          <p:nvPr/>
        </p:nvSpPr>
        <p:spPr>
          <a:xfrm>
            <a:off x="5535930" y="13417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6DB506-A0BB-E098-D2D0-8CE7D1545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31" t="38888" r="4155" b="15539"/>
          <a:stretch>
            <a:fillRect/>
          </a:stretch>
        </p:blipFill>
        <p:spPr>
          <a:xfrm>
            <a:off x="666748" y="2264681"/>
            <a:ext cx="10515601" cy="3820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18E2D0-7F97-3223-0473-458AD5BE9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1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875070" y="393290"/>
            <a:ext cx="8916043" cy="129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</a:rPr>
              <a:t>References</a:t>
            </a:r>
            <a:endParaRPr u="sng" dirty="0">
              <a:solidFill>
                <a:srgbClr val="002060"/>
              </a:solidFill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55</a:t>
            </a:fld>
            <a:endParaRPr lang="en-US" sz="1600"/>
          </a:p>
        </p:txBody>
      </p:sp>
      <p:sp>
        <p:nvSpPr>
          <p:cNvPr id="199" name="Google Shape;19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05484" y="1323094"/>
            <a:ext cx="10180818" cy="503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Alyoubi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Shalash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F.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Abulkhair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“Diabetic retinopathy detection through deep learning techniques: A review,”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Informatics Med. Unlocked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p. 100377, Jan. 2020,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doi:10.1016/j.imu.2020.100377.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Rajalakshmi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Subashini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Anjana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V. Mohan, “Automated diabetic retinopathy detection in smartphone-based fundus photography using artificial intelligence,”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(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Lond</a:t>
            </a:r>
            <a:r>
              <a:rPr lang="en-US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32, no. 6, pp. 1138–1144, Jun. 2018,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10.1038/S41433-018-0064-9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T.Y. Wong, and C.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Sabanayagam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Epidemiology of diabetic retinopathy, diabetic macular edema and related vision loss. Eye and vision, 2015. 2(1):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D.S.W., G.C.M. Cheung, and T.Y. Wong, Diabetic retinopathy: global prevalence, major risk factors, screening practices and public health challenges: a review. Clinical &amp; experimental ophthalmology, 2016. 44(4):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260-277.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al., Retinal fundus image classification for diabetic retinopathy using SVM predictions. Physical and Engineering Sciences in Medicine, 2022. 45(3):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781-791.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Akhtar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based model for diabetic retinopathy </a:t>
            </a:r>
            <a:r>
              <a:rPr lang="en-US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 </a:t>
            </a:r>
            <a:r>
              <a:rPr lang="en-US" sz="1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ading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reports, 2025.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3763.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Severity Classification of Diabetic Retinopathy Using Convolutional Neural Networks.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 Computer Science, 2025.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819.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Kadhim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A.J.,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classification using hybrid color-based CLAHE and blood vessel in deep convolution neural network.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2024.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194750-194761.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Alavee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K.A.,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early detection of diabetic retinopathy through the integration of deep learning models and explainable artificial intelligence.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2024.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73950-73969.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Raiaan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M.A.K.,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robust deep learning model gained high accuracy in classifying a wide range of diabetic retinopathy images.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2023.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42361-42388.</a:t>
            </a:r>
          </a:p>
          <a:p>
            <a:pPr>
              <a:lnSpc>
                <a:spcPct val="150000"/>
              </a:lnSpc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C58506-9CCC-7621-A8B5-E2DD56B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875070" y="393290"/>
            <a:ext cx="8916043" cy="129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</a:rPr>
              <a:t>References</a:t>
            </a:r>
            <a:endParaRPr u="sng" dirty="0">
              <a:solidFill>
                <a:srgbClr val="002060"/>
              </a:solidFill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56</a:t>
            </a:fld>
            <a:endParaRPr lang="en-US" sz="1600"/>
          </a:p>
        </p:txBody>
      </p:sp>
      <p:sp>
        <p:nvSpPr>
          <p:cNvPr id="199" name="Google Shape;19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05484" y="1323094"/>
            <a:ext cx="10180818" cy="503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 lightweight diabetic retinopathy classification: A knowledge distillation approach for resource-constrained settings.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Sciences, 2023.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(22): p. 12397.</a:t>
            </a:r>
          </a:p>
          <a:p>
            <a:pPr marL="342900" indent="-342900">
              <a:lnSpc>
                <a:spcPct val="150000"/>
              </a:lnSpc>
              <a:buAutoNum type="arabicPeriod" startAt="11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Shamsan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E.M.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H.S. Ahmad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Shatnawi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of diabetic retinopathy development stages of fundus images using deep learning based on combined features.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one, 2023.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(10): p. e0289555.</a:t>
            </a:r>
          </a:p>
          <a:p>
            <a:pPr marL="342900" indent="-342900">
              <a:lnSpc>
                <a:spcPct val="150000"/>
              </a:lnSpc>
              <a:buAutoNum type="arabicPeriod" startAt="11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Mohanty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deep learning architectures for detection and classification of diabetic retinopathy.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Sensors, 2023.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(12): p. 5726.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Saeed, F., M. Hussain, and H.A.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Aboalsamh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diabetic retinopathy diagnosis using adaptive fine-tuned convolutional neural network.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2021.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41344-41359.</a:t>
            </a:r>
          </a:p>
          <a:p>
            <a:pPr marL="342900" indent="-342900">
              <a:lnSpc>
                <a:spcPct val="150000"/>
              </a:lnSpc>
              <a:buAutoNum type="arabicPeriod" startAt="11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S.R.,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VR-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FuseNet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fusion of heterogeneous fundus data and explainable deep network for diabetic retinopathy classification.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Biomedical Materials &amp; Devices, 2026: p. 1-28.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Sushith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deep learning framework for early detection of diabetic retinopathy using retinal fundus images.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Reports, 2025.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(1): p. 15166.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Hannan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diabetic retinopathy classification accuracy through dual-attention mechanism in deep learning.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Methods in Biomechanics and Biomedical Engineering: Imaging &amp; Visualization, 2025.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2539079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Vallukappully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I. van der Linde, and A. Chakraborty,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classification of diabetic retinopathy by transfer learning of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-large and ResNet-50 convolutional neural networks.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Informatics in Medicine Unlocked, 2025: p. 101688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Naveen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et al.,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Effnet-svm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hybrid model for diabetic retinopathy classification using retinal fundus images.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Jabbar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al.,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lesion-based diabetic retinopathy detection through hybrid deep learning model.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2024.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40019-40036.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Shukla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S. Tiwari, and A. Jain,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HybridFusionNet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for Multi-Stage Diabetic Retinopathy Detection.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Technologies, 2024.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(12): p. 256.</a:t>
            </a: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/>
              <a:buAutoNum type="arabicPeriod" startAt="11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C58506-9CCC-7621-A8B5-E2DD56B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3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875070" y="393290"/>
            <a:ext cx="8916043" cy="129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 panose="020F0502020204030204"/>
              <a:buNone/>
            </a:pPr>
            <a:r>
              <a:rPr lang="en-US" b="1" u="sng" dirty="0">
                <a:solidFill>
                  <a:srgbClr val="002060"/>
                </a:solidFill>
              </a:rPr>
              <a:t>References</a:t>
            </a:r>
            <a:endParaRPr u="sng" dirty="0">
              <a:solidFill>
                <a:srgbClr val="002060"/>
              </a:solidFill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57</a:t>
            </a:fld>
            <a:endParaRPr lang="en-US" sz="1600"/>
          </a:p>
        </p:txBody>
      </p:sp>
      <p:sp>
        <p:nvSpPr>
          <p:cNvPr id="199" name="Google Shape;19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26609" y="112542"/>
            <a:ext cx="11915336" cy="6608933"/>
          </a:xfrm>
          <a:prstGeom prst="roundRect">
            <a:avLst>
              <a:gd name="adj" fmla="val 16667"/>
            </a:avLst>
          </a:prstGeom>
          <a:noFill/>
          <a:ln w="9525" cap="flat" cmpd="thinThick">
            <a:solidFill>
              <a:srgbClr val="42719B">
                <a:alpha val="7882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56313" y="1318729"/>
            <a:ext cx="11055927" cy="503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 Ali, G., et al.,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convolutional neural network model for automatic diabetic retinopathy classification from fundus images.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Journal of Translational Engineering in Health and Medicine, 2023.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341-350.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 Wong, W.K., F.H.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Juwono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C.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Apriono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detection and grading: A transfer learning approach using simultaneous parameter optimization and feature-weighted ECOC ensemble.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2023.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p. 83004-83016.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  Butt, M.M., et al.,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detection from fundus images of the eye using hybrid deep learning features.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Diagnostics, 2022.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(7): p. 1607.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25. </a:t>
            </a:r>
            <a:r>
              <a:rPr lang="en-US" sz="1100" dirty="0" err="1"/>
              <a:t>Menaouer</a:t>
            </a:r>
            <a:r>
              <a:rPr lang="en-US" sz="1100" dirty="0"/>
              <a:t>, B., et al., </a:t>
            </a:r>
            <a:r>
              <a:rPr lang="en-US" sz="1100" i="1" dirty="0"/>
              <a:t>Diabetic retinopathy classification using hybrid deep learning approach.</a:t>
            </a:r>
            <a:r>
              <a:rPr lang="en-US" sz="1100" dirty="0"/>
              <a:t> SN Computer Science, 2022. </a:t>
            </a:r>
            <a:r>
              <a:rPr lang="en-US" sz="1100" b="1" dirty="0"/>
              <a:t>3</a:t>
            </a:r>
            <a:r>
              <a:rPr lang="en-US" sz="1100" dirty="0"/>
              <a:t>(5): p. 357.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26. </a:t>
            </a:r>
            <a:r>
              <a:rPr lang="en-US" sz="1100" dirty="0" err="1"/>
              <a:t>Rezaee</a:t>
            </a:r>
            <a:r>
              <a:rPr lang="en-US" sz="1100" dirty="0"/>
              <a:t>, K. and F. </a:t>
            </a:r>
            <a:r>
              <a:rPr lang="en-US" sz="1100" dirty="0" err="1"/>
              <a:t>Farnami</a:t>
            </a:r>
            <a:r>
              <a:rPr lang="en-US" sz="1100" dirty="0"/>
              <a:t>, </a:t>
            </a:r>
            <a:r>
              <a:rPr lang="en-US" sz="1100" i="1" dirty="0"/>
              <a:t>Innovative approach for diabetic retinopathy severity classification: An </a:t>
            </a:r>
            <a:r>
              <a:rPr lang="en-US" sz="1100" i="1" dirty="0" err="1"/>
              <a:t>ai</a:t>
            </a:r>
            <a:r>
              <a:rPr lang="en-US" sz="1100" i="1" dirty="0"/>
              <a:t>-powered tool using CNN-transformer fusion.</a:t>
            </a:r>
            <a:r>
              <a:rPr lang="en-US" sz="1100" dirty="0"/>
              <a:t> Journal of Biomedical Physics &amp; Engineering, 2025. </a:t>
            </a:r>
            <a:r>
              <a:rPr lang="en-US" sz="1100" b="1" dirty="0"/>
              <a:t>15</a:t>
            </a:r>
            <a:r>
              <a:rPr lang="en-US" sz="1100" dirty="0"/>
              <a:t>(2): p. 137.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27. </a:t>
            </a:r>
            <a:r>
              <a:rPr lang="en-US" sz="1100" dirty="0" err="1"/>
              <a:t>Harisha</a:t>
            </a:r>
            <a:r>
              <a:rPr lang="en-US" sz="1100" dirty="0"/>
              <a:t>, M., A. </a:t>
            </a:r>
            <a:r>
              <a:rPr lang="en-US" sz="1100" dirty="0" err="1"/>
              <a:t>Bhosale</a:t>
            </a:r>
            <a:r>
              <a:rPr lang="en-US" sz="1100" dirty="0"/>
              <a:t>, and M. </a:t>
            </a:r>
            <a:r>
              <a:rPr lang="en-US" sz="1100" dirty="0" err="1"/>
              <a:t>Narender</a:t>
            </a:r>
            <a:r>
              <a:rPr lang="en-US" sz="1100" dirty="0"/>
              <a:t>, </a:t>
            </a:r>
            <a:r>
              <a:rPr lang="en-US" sz="1100" i="1" dirty="0"/>
              <a:t>Deep learning-powered segmentation and classification of diabetic retinopathy for enhanced diagnostic precision.</a:t>
            </a:r>
            <a:r>
              <a:rPr lang="en-US" sz="1100" dirty="0"/>
              <a:t> Artificial Intelligence in Health, 2024. </a:t>
            </a:r>
            <a:r>
              <a:rPr lang="en-US" sz="1100" b="1" dirty="0"/>
              <a:t>1</a:t>
            </a:r>
            <a:r>
              <a:rPr lang="en-US" sz="1100" dirty="0"/>
              <a:t>: p. 2783.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28. Ghosh, S. and A. Chatterjee, </a:t>
            </a:r>
            <a:r>
              <a:rPr lang="en-US" sz="1100" i="1" dirty="0"/>
              <a:t>Introducing feature attention module on convolutional neural network for diabetic retinopathy detection.</a:t>
            </a:r>
            <a:r>
              <a:rPr lang="en-US" sz="1100" dirty="0"/>
              <a:t> </a:t>
            </a:r>
            <a:r>
              <a:rPr lang="en-US" sz="1100" dirty="0" err="1"/>
              <a:t>arXiv</a:t>
            </a:r>
            <a:r>
              <a:rPr lang="en-US" sz="1100" dirty="0"/>
              <a:t> preprint arXiv:2308.02985, 2023.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29. </a:t>
            </a:r>
            <a:r>
              <a:rPr lang="en-US" sz="1100" dirty="0" err="1"/>
              <a:t>Gu</a:t>
            </a:r>
            <a:r>
              <a:rPr lang="en-US" sz="1100" dirty="0"/>
              <a:t>, Z., et al., </a:t>
            </a:r>
            <a:r>
              <a:rPr lang="en-US" sz="1100" i="1" dirty="0"/>
              <a:t>Classification of diabetic retinopathy severity in fundus images using the vision transformer and residual attention.</a:t>
            </a:r>
            <a:r>
              <a:rPr lang="en-US" sz="1100" dirty="0"/>
              <a:t> Computational Intelligence and Neuroscience, 2023. </a:t>
            </a:r>
            <a:r>
              <a:rPr lang="en-US" sz="1100" b="1" dirty="0"/>
              <a:t>2023</a:t>
            </a:r>
            <a:r>
              <a:rPr lang="en-US" sz="1100" dirty="0"/>
              <a:t>(1): p. 1305583.</a:t>
            </a:r>
          </a:p>
          <a:p>
            <a:pPr>
              <a:lnSpc>
                <a:spcPct val="150000"/>
              </a:lnSpc>
            </a:pPr>
            <a:r>
              <a:rPr lang="en-US" sz="1100" dirty="0"/>
              <a:t>30. Mohammed, R., J. </a:t>
            </a:r>
            <a:r>
              <a:rPr lang="en-US" sz="1100" dirty="0" err="1"/>
              <a:t>Rawashdeh</a:t>
            </a:r>
            <a:r>
              <a:rPr lang="en-US" sz="1100" dirty="0"/>
              <a:t>, and M. Abdullah. </a:t>
            </a:r>
            <a:r>
              <a:rPr lang="en-US" sz="1100" i="1" dirty="0"/>
              <a:t>Machine learning with oversampling and </a:t>
            </a:r>
            <a:r>
              <a:rPr lang="en-US" sz="1100" i="1" dirty="0" err="1"/>
              <a:t>undersampling</a:t>
            </a:r>
            <a:r>
              <a:rPr lang="en-US" sz="1100" i="1" dirty="0"/>
              <a:t> techniques: overview study and experimental results</a:t>
            </a:r>
            <a:r>
              <a:rPr lang="en-US" sz="1100" dirty="0"/>
              <a:t>. in </a:t>
            </a:r>
            <a:r>
              <a:rPr lang="en-US" sz="1100" i="1" dirty="0"/>
              <a:t>2020 11th international conference on information and communication systems (ICICS)</a:t>
            </a:r>
            <a:r>
              <a:rPr lang="en-US" sz="1100" dirty="0"/>
              <a:t>. 2020. IEEE</a:t>
            </a:r>
            <a:r>
              <a:rPr lang="en-US" sz="11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31. </a:t>
            </a:r>
            <a:r>
              <a:rPr lang="en-US" sz="1100" dirty="0"/>
              <a:t>Raja </a:t>
            </a:r>
            <a:r>
              <a:rPr lang="en-US" sz="1100" dirty="0" err="1"/>
              <a:t>Sarobin</a:t>
            </a:r>
            <a:r>
              <a:rPr lang="en-US" sz="1100" dirty="0"/>
              <a:t> M, V. and R. </a:t>
            </a:r>
            <a:r>
              <a:rPr lang="en-US" sz="1100" dirty="0" err="1"/>
              <a:t>Panjanathan</a:t>
            </a:r>
            <a:r>
              <a:rPr lang="en-US" sz="1100" dirty="0"/>
              <a:t>, </a:t>
            </a:r>
            <a:r>
              <a:rPr lang="en-US" sz="1100" i="1" dirty="0"/>
              <a:t>Diabetic retinopathy classification using CNN and hybrid deep convolutional neural networks.</a:t>
            </a:r>
            <a:r>
              <a:rPr lang="en-US" sz="1100" dirty="0"/>
              <a:t> Symmetry, 2022. </a:t>
            </a:r>
            <a:r>
              <a:rPr lang="en-US" sz="1100" b="1" dirty="0"/>
              <a:t>14</a:t>
            </a:r>
            <a:r>
              <a:rPr lang="en-US" sz="1100" dirty="0"/>
              <a:t>(9): p. 1932.</a:t>
            </a:r>
          </a:p>
          <a:p>
            <a:pPr>
              <a:lnSpc>
                <a:spcPct val="150000"/>
              </a:lnSpc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32. </a:t>
            </a:r>
            <a:r>
              <a:rPr lang="en-US" sz="1100" dirty="0"/>
              <a:t>Gong, W., et al., </a:t>
            </a:r>
            <a:r>
              <a:rPr lang="en-US" sz="1100" i="1" dirty="0"/>
              <a:t>Deep learning for enhanced prediction of diabetic retinopathy: A comparative study on the diabetes complications data set.</a:t>
            </a:r>
            <a:r>
              <a:rPr lang="en-US" sz="1100" dirty="0"/>
              <a:t> Frontiers in Medicine, 2025. </a:t>
            </a:r>
            <a:r>
              <a:rPr lang="en-US" sz="1100" b="1" dirty="0"/>
              <a:t>12</a:t>
            </a:r>
            <a:r>
              <a:rPr lang="en-US" sz="1100" dirty="0"/>
              <a:t>: p. 1591832.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100" dirty="0" smtClean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C58506-9CCC-7621-A8B5-E2DD56B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81" y="-126547"/>
            <a:ext cx="2101011" cy="20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7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5*365"/>
  <p:tag name="TABLE_ENDDRAG_RECT" val="82*100*785*3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5*365"/>
  <p:tag name="TABLE_ENDDRAG_RECT" val="82*100*785*36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5*365"/>
  <p:tag name="TABLE_ENDDRAG_RECT" val="82*100*785*365"/>
</p:tagLst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4395</Words>
  <Application>Microsoft Office PowerPoint</Application>
  <PresentationFormat>Widescreen</PresentationFormat>
  <Paragraphs>909</Paragraphs>
  <Slides>57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Courier New</vt:lpstr>
      <vt:lpstr>Noto Sans Symbols</vt:lpstr>
      <vt:lpstr>Times New Roman</vt:lpstr>
      <vt:lpstr>Wingdings</vt:lpstr>
      <vt:lpstr>Office Theme</vt:lpstr>
      <vt:lpstr>PowerPoint Presentation</vt:lpstr>
      <vt:lpstr>    Diabetic Retinopathy Classification Using Deep Learning Techniques </vt:lpstr>
      <vt:lpstr>PowerPoint Presentation</vt:lpstr>
      <vt:lpstr>Outline</vt:lpstr>
      <vt:lpstr>Introduction</vt:lpstr>
      <vt:lpstr>Introduction</vt:lpstr>
      <vt:lpstr>Introduction</vt:lpstr>
      <vt:lpstr>Stages of Diabetic Retinopathy</vt:lpstr>
      <vt:lpstr>Problem Statement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Research Challenges</vt:lpstr>
      <vt:lpstr>Outline</vt:lpstr>
      <vt:lpstr>Research Contributions</vt:lpstr>
      <vt:lpstr>Outline</vt:lpstr>
      <vt:lpstr>Research Questions</vt:lpstr>
      <vt:lpstr>Outline</vt:lpstr>
      <vt:lpstr>PowerPoint Presentation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Outline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Results and Discussions</vt:lpstr>
      <vt:lpstr>PowerPoint Presentation</vt:lpstr>
      <vt:lpstr>Results and Discussions</vt:lpstr>
      <vt:lpstr>Results and Discussions</vt:lpstr>
      <vt:lpstr>Outline</vt:lpstr>
      <vt:lpstr>Future Work</vt:lpstr>
      <vt:lpstr>Outline</vt:lpstr>
      <vt:lpstr>Conclusion</vt:lpstr>
      <vt:lpstr>Timeline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Defense</dc:title>
  <dc:creator>Buhan Mughees</dc:creator>
  <cp:lastModifiedBy>zarnain javed</cp:lastModifiedBy>
  <cp:revision>358</cp:revision>
  <dcterms:created xsi:type="dcterms:W3CDTF">2025-08-20T04:30:00Z</dcterms:created>
  <dcterms:modified xsi:type="dcterms:W3CDTF">2026-05-20T14:37:24Z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F8C8B01A2A0C491B8904DCB7C39F982B_12</vt:lpwstr>
  </property>
  <property fmtid="{D5CDD505-2E9C-101B-9397-08002B2CF9AE}" pid="3" name="KSOProductBuildVer">
    <vt:lpwstr>1033-12.2.0.23196</vt:lpwstr>
  </property>
</Properties>
</file>