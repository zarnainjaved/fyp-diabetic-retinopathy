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autoCompressPictures="0" bookmarkIdSeed="4">
  <p:sldMasterIdLst>
    <p:sldMasterId id="2147483648" r:id="rId1"/>
  </p:sldMasterIdLst>
  <p:notesMasterIdLst>
    <p:notesMasterId r:id="rId31"/>
  </p:notesMasterIdLst>
  <p:handoutMasterIdLst>
    <p:handoutMasterId r:id="rId32"/>
  </p:handoutMasterIdLst>
  <p:sldIdLst>
    <p:sldId id="257" r:id="rId2"/>
    <p:sldId id="273" r:id="rId3"/>
    <p:sldId id="310" r:id="rId4"/>
    <p:sldId id="274" r:id="rId5"/>
    <p:sldId id="260" r:id="rId6"/>
    <p:sldId id="329" r:id="rId7"/>
    <p:sldId id="330" r:id="rId8"/>
    <p:sldId id="331" r:id="rId9"/>
    <p:sldId id="332" r:id="rId10"/>
    <p:sldId id="302" r:id="rId11"/>
    <p:sldId id="312" r:id="rId12"/>
    <p:sldId id="313" r:id="rId13"/>
    <p:sldId id="314" r:id="rId14"/>
    <p:sldId id="315" r:id="rId15"/>
    <p:sldId id="263" r:id="rId16"/>
    <p:sldId id="334" r:id="rId17"/>
    <p:sldId id="311" r:id="rId18"/>
    <p:sldId id="296" r:id="rId19"/>
    <p:sldId id="321" r:id="rId20"/>
    <p:sldId id="322" r:id="rId21"/>
    <p:sldId id="323" r:id="rId22"/>
    <p:sldId id="324" r:id="rId23"/>
    <p:sldId id="300" r:id="rId24"/>
    <p:sldId id="298" r:id="rId25"/>
    <p:sldId id="278" r:id="rId26"/>
    <p:sldId id="328" r:id="rId27"/>
    <p:sldId id="265" r:id="rId28"/>
    <p:sldId id="308" r:id="rId29"/>
    <p:sldId id="326"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52" userDrawn="1">
          <p15:clr>
            <a:srgbClr val="A4A3A4"/>
          </p15:clr>
        </p15:guide>
        <p15:guide id="2" pos="388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arnain javed" initials="zj" lastIdx="1" clrIdx="0">
    <p:extLst>
      <p:ext uri="{19B8F6BF-5375-455C-9EA6-DF929625EA0E}">
        <p15:presenceInfo xmlns:p15="http://schemas.microsoft.com/office/powerpoint/2012/main" userId="1d654521462ea19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4817"/>
    <a:srgbClr val="0802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68" d="100"/>
          <a:sy n="68" d="100"/>
        </p:scale>
        <p:origin x="816" y="102"/>
      </p:cViewPr>
      <p:guideLst>
        <p:guide orient="horz" pos="2152"/>
        <p:guide pos="388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rnain javed" userId="1d654521462ea197" providerId="LiveId" clId="{4184296D-76FB-4A69-8A26-CDEE08C8064A}"/>
    <pc:docChg chg="undo custSel addSld delSld modSld sldOrd modMainMaster">
      <pc:chgData name="zarnain javed" userId="1d654521462ea197" providerId="LiveId" clId="{4184296D-76FB-4A69-8A26-CDEE08C8064A}" dt="2026-01-07T08:30:16.315" v="3028" actId="207"/>
      <pc:docMkLst>
        <pc:docMk/>
      </pc:docMkLst>
      <pc:sldChg chg="addSp delSp modSp mod">
        <pc:chgData name="zarnain javed" userId="1d654521462ea197" providerId="LiveId" clId="{4184296D-76FB-4A69-8A26-CDEE08C8064A}" dt="2026-01-05T05:26:54.971" v="11" actId="931"/>
        <pc:sldMkLst>
          <pc:docMk/>
          <pc:sldMk cId="0" sldId="257"/>
        </pc:sldMkLst>
        <pc:spChg chg="add mod">
          <ac:chgData name="zarnain javed" userId="1d654521462ea197" providerId="LiveId" clId="{4184296D-76FB-4A69-8A26-CDEE08C8064A}" dt="2026-01-05T05:26:42.204" v="10" actId="478"/>
          <ac:spMkLst>
            <pc:docMk/>
            <pc:sldMk cId="0" sldId="257"/>
            <ac:spMk id="3" creationId="{E638E86F-1446-DE60-32A6-051486B6130D}"/>
          </ac:spMkLst>
        </pc:spChg>
        <pc:picChg chg="add mod">
          <ac:chgData name="zarnain javed" userId="1d654521462ea197" providerId="LiveId" clId="{4184296D-76FB-4A69-8A26-CDEE08C8064A}" dt="2026-01-05T05:26:54.971" v="11" actId="931"/>
          <ac:picMkLst>
            <pc:docMk/>
            <pc:sldMk cId="0" sldId="257"/>
            <ac:picMk id="5" creationId="{4E83B89B-8E2F-C63A-0962-C8DC92786D6A}"/>
          </ac:picMkLst>
        </pc:picChg>
      </pc:sldChg>
      <pc:sldChg chg="addSp delSp modSp mod">
        <pc:chgData name="zarnain javed" userId="1d654521462ea197" providerId="LiveId" clId="{4184296D-76FB-4A69-8A26-CDEE08C8064A}" dt="2026-01-07T08:27:59.286" v="3021"/>
        <pc:sldMkLst>
          <pc:docMk/>
          <pc:sldMk cId="0" sldId="260"/>
        </pc:sldMkLst>
        <pc:spChg chg="mod">
          <ac:chgData name="zarnain javed" userId="1d654521462ea197" providerId="LiveId" clId="{4184296D-76FB-4A69-8A26-CDEE08C8064A}" dt="2026-01-05T16:33:11.039" v="2263" actId="2711"/>
          <ac:spMkLst>
            <pc:docMk/>
            <pc:sldMk cId="0" sldId="260"/>
            <ac:spMk id="8" creationId="{00000000-0000-0000-0000-000000000000}"/>
          </ac:spMkLst>
        </pc:spChg>
        <pc:spChg chg="mod">
          <ac:chgData name="zarnain javed" userId="1d654521462ea197" providerId="LiveId" clId="{4184296D-76FB-4A69-8A26-CDEE08C8064A}" dt="2026-01-05T16:11:10.287" v="1882" actId="2711"/>
          <ac:spMkLst>
            <pc:docMk/>
            <pc:sldMk cId="0" sldId="260"/>
            <ac:spMk id="139" creationId="{00000000-0000-0000-0000-000000000000}"/>
          </ac:spMkLst>
        </pc:spChg>
        <pc:picChg chg="add mod">
          <ac:chgData name="zarnain javed" userId="1d654521462ea197" providerId="LiveId" clId="{4184296D-76FB-4A69-8A26-CDEE08C8064A}" dt="2026-01-07T08:27:59.286" v="3021"/>
          <ac:picMkLst>
            <pc:docMk/>
            <pc:sldMk cId="0" sldId="260"/>
            <ac:picMk id="2" creationId="{BD8F0C68-DE18-D4AB-BCF9-2B37EFDF9FD0}"/>
          </ac:picMkLst>
        </pc:picChg>
        <pc:picChg chg="add mod">
          <ac:chgData name="zarnain javed" userId="1d654521462ea197" providerId="LiveId" clId="{4184296D-76FB-4A69-8A26-CDEE08C8064A}" dt="2026-01-05T16:33:18.049" v="2264" actId="1076"/>
          <ac:picMkLst>
            <pc:docMk/>
            <pc:sldMk cId="0" sldId="260"/>
            <ac:picMk id="4" creationId="{E9E1C58D-3E26-7966-C543-4C6288D91DC5}"/>
          </ac:picMkLst>
        </pc:picChg>
        <pc:picChg chg="add del mod">
          <ac:chgData name="zarnain javed" userId="1d654521462ea197" providerId="LiveId" clId="{4184296D-76FB-4A69-8A26-CDEE08C8064A}" dt="2026-01-07T08:27:58.300" v="3020" actId="478"/>
          <ac:picMkLst>
            <pc:docMk/>
            <pc:sldMk cId="0" sldId="260"/>
            <ac:picMk id="9" creationId="{E172F31E-8E03-E878-010C-CC1A965E9AE8}"/>
          </ac:picMkLst>
        </pc:picChg>
      </pc:sldChg>
      <pc:sldChg chg="addSp delSp modSp mod ord">
        <pc:chgData name="zarnain javed" userId="1d654521462ea197" providerId="LiveId" clId="{4184296D-76FB-4A69-8A26-CDEE08C8064A}" dt="2026-01-07T07:41:12.329" v="2603"/>
        <pc:sldMkLst>
          <pc:docMk/>
          <pc:sldMk cId="0" sldId="263"/>
        </pc:sldMkLst>
        <pc:spChg chg="mod">
          <ac:chgData name="zarnain javed" userId="1d654521462ea197" providerId="LiveId" clId="{4184296D-76FB-4A69-8A26-CDEE08C8064A}" dt="2026-01-05T05:53:13.562" v="218" actId="123"/>
          <ac:spMkLst>
            <pc:docMk/>
            <pc:sldMk cId="0" sldId="263"/>
            <ac:spMk id="7" creationId="{00000000-0000-0000-0000-000000000000}"/>
          </ac:spMkLst>
        </pc:spChg>
        <pc:spChg chg="mod">
          <ac:chgData name="zarnain javed" userId="1d654521462ea197" providerId="LiveId" clId="{4184296D-76FB-4A69-8A26-CDEE08C8064A}" dt="2026-01-05T06:25:24.947" v="578" actId="207"/>
          <ac:spMkLst>
            <pc:docMk/>
            <pc:sldMk cId="0" sldId="263"/>
            <ac:spMk id="181" creationId="{00000000-0000-0000-0000-000000000000}"/>
          </ac:spMkLst>
        </pc:spChg>
        <pc:picChg chg="add mod">
          <ac:chgData name="zarnain javed" userId="1d654521462ea197" providerId="LiveId" clId="{4184296D-76FB-4A69-8A26-CDEE08C8064A}" dt="2026-01-07T07:41:12.329" v="2603"/>
          <ac:picMkLst>
            <pc:docMk/>
            <pc:sldMk cId="0" sldId="263"/>
            <ac:picMk id="2" creationId="{73DA1CBC-812D-4EE6-525C-0C7CA90BAC72}"/>
          </ac:picMkLst>
        </pc:picChg>
        <pc:picChg chg="add del mod">
          <ac:chgData name="zarnain javed" userId="1d654521462ea197" providerId="LiveId" clId="{4184296D-76FB-4A69-8A26-CDEE08C8064A}" dt="2026-01-07T07:41:11.827" v="2602" actId="478"/>
          <ac:picMkLst>
            <pc:docMk/>
            <pc:sldMk cId="0" sldId="263"/>
            <ac:picMk id="4" creationId="{2D29CEE3-5F08-8334-A1A0-966C4C7116A9}"/>
          </ac:picMkLst>
        </pc:picChg>
      </pc:sldChg>
      <pc:sldChg chg="addSp delSp modSp mod">
        <pc:chgData name="zarnain javed" userId="1d654521462ea197" providerId="LiveId" clId="{4184296D-76FB-4A69-8A26-CDEE08C8064A}" dt="2026-01-07T07:51:55.357" v="2719" actId="1076"/>
        <pc:sldMkLst>
          <pc:docMk/>
          <pc:sldMk cId="0" sldId="265"/>
        </pc:sldMkLst>
        <pc:spChg chg="mod">
          <ac:chgData name="zarnain javed" userId="1d654521462ea197" providerId="LiveId" clId="{4184296D-76FB-4A69-8A26-CDEE08C8064A}" dt="2026-01-05T07:11:17.885" v="1136" actId="207"/>
          <ac:spMkLst>
            <pc:docMk/>
            <pc:sldMk cId="0" sldId="265"/>
            <ac:spMk id="196" creationId="{00000000-0000-0000-0000-000000000000}"/>
          </ac:spMkLst>
        </pc:spChg>
        <pc:spChg chg="mod">
          <ac:chgData name="zarnain javed" userId="1d654521462ea197" providerId="LiveId" clId="{4184296D-76FB-4A69-8A26-CDEE08C8064A}" dt="2026-01-07T07:51:55.357" v="2719" actId="1076"/>
          <ac:spMkLst>
            <pc:docMk/>
            <pc:sldMk cId="0" sldId="265"/>
            <ac:spMk id="201" creationId="{00000000-0000-0000-0000-000000000000}"/>
          </ac:spMkLst>
        </pc:spChg>
        <pc:picChg chg="add mod">
          <ac:chgData name="zarnain javed" userId="1d654521462ea197" providerId="LiveId" clId="{4184296D-76FB-4A69-8A26-CDEE08C8064A}" dt="2026-01-07T07:42:12.178" v="2627"/>
          <ac:picMkLst>
            <pc:docMk/>
            <pc:sldMk cId="0" sldId="265"/>
            <ac:picMk id="2" creationId="{2AC58506-9CCC-7621-A8B5-E2DD56BA6A77}"/>
          </ac:picMkLst>
        </pc:picChg>
        <pc:picChg chg="add del mod">
          <ac:chgData name="zarnain javed" userId="1d654521462ea197" providerId="LiveId" clId="{4184296D-76FB-4A69-8A26-CDEE08C8064A}" dt="2026-01-07T07:42:11.713" v="2626" actId="478"/>
          <ac:picMkLst>
            <pc:docMk/>
            <pc:sldMk cId="0" sldId="265"/>
            <ac:picMk id="4" creationId="{FE75C210-8AB0-BEAA-FA33-9C346CF95FB6}"/>
          </ac:picMkLst>
        </pc:picChg>
      </pc:sldChg>
      <pc:sldChg chg="del">
        <pc:chgData name="zarnain javed" userId="1d654521462ea197" providerId="LiveId" clId="{4184296D-76FB-4A69-8A26-CDEE08C8064A}" dt="2026-01-05T06:27:30.435" v="597" actId="2696"/>
        <pc:sldMkLst>
          <pc:docMk/>
          <pc:sldMk cId="0" sldId="268"/>
        </pc:sldMkLst>
      </pc:sldChg>
      <pc:sldChg chg="del">
        <pc:chgData name="zarnain javed" userId="1d654521462ea197" providerId="LiveId" clId="{4184296D-76FB-4A69-8A26-CDEE08C8064A}" dt="2026-01-05T05:56:15.005" v="259" actId="2696"/>
        <pc:sldMkLst>
          <pc:docMk/>
          <pc:sldMk cId="0" sldId="272"/>
        </pc:sldMkLst>
      </pc:sldChg>
      <pc:sldChg chg="addSp delSp modSp mod setBg">
        <pc:chgData name="zarnain javed" userId="1d654521462ea197" providerId="LiveId" clId="{4184296D-76FB-4A69-8A26-CDEE08C8064A}" dt="2026-01-07T07:38:53.953" v="2586"/>
        <pc:sldMkLst>
          <pc:docMk/>
          <pc:sldMk cId="0" sldId="273"/>
        </pc:sldMkLst>
        <pc:spChg chg="mod">
          <ac:chgData name="zarnain javed" userId="1d654521462ea197" providerId="LiveId" clId="{4184296D-76FB-4A69-8A26-CDEE08C8064A}" dt="2026-01-05T05:41:19.962" v="84" actId="207"/>
          <ac:spMkLst>
            <pc:docMk/>
            <pc:sldMk cId="0" sldId="273"/>
            <ac:spMk id="2" creationId="{00000000-0000-0000-0000-000000000000}"/>
          </ac:spMkLst>
        </pc:spChg>
        <pc:spChg chg="mod">
          <ac:chgData name="zarnain javed" userId="1d654521462ea197" providerId="LiveId" clId="{4184296D-76FB-4A69-8A26-CDEE08C8064A}" dt="2026-01-05T06:26:36.097" v="591" actId="207"/>
          <ac:spMkLst>
            <pc:docMk/>
            <pc:sldMk cId="0" sldId="273"/>
            <ac:spMk id="92" creationId="{00000000-0000-0000-0000-000000000000}"/>
          </ac:spMkLst>
        </pc:spChg>
        <pc:picChg chg="add mod">
          <ac:chgData name="zarnain javed" userId="1d654521462ea197" providerId="LiveId" clId="{4184296D-76FB-4A69-8A26-CDEE08C8064A}" dt="2026-01-07T07:38:53.953" v="2586"/>
          <ac:picMkLst>
            <pc:docMk/>
            <pc:sldMk cId="0" sldId="273"/>
            <ac:picMk id="3" creationId="{38BE8250-1D54-D82A-15EE-67CCD4A03DA7}"/>
          </ac:picMkLst>
        </pc:picChg>
        <pc:picChg chg="add del mod">
          <ac:chgData name="zarnain javed" userId="1d654521462ea197" providerId="LiveId" clId="{4184296D-76FB-4A69-8A26-CDEE08C8064A}" dt="2026-01-07T07:38:53.427" v="2585" actId="478"/>
          <ac:picMkLst>
            <pc:docMk/>
            <pc:sldMk cId="0" sldId="273"/>
            <ac:picMk id="8" creationId="{DE399D6A-6124-5E99-7244-F4963C03E668}"/>
          </ac:picMkLst>
        </pc:picChg>
      </pc:sldChg>
      <pc:sldChg chg="addSp delSp modSp mod modClrScheme chgLayout">
        <pc:chgData name="zarnain javed" userId="1d654521462ea197" providerId="LiveId" clId="{4184296D-76FB-4A69-8A26-CDEE08C8064A}" dt="2026-01-07T07:39:02.709" v="2590"/>
        <pc:sldMkLst>
          <pc:docMk/>
          <pc:sldMk cId="0" sldId="274"/>
        </pc:sldMkLst>
        <pc:spChg chg="mod ord">
          <ac:chgData name="zarnain javed" userId="1d654521462ea197" providerId="LiveId" clId="{4184296D-76FB-4A69-8A26-CDEE08C8064A}" dt="2026-01-05T06:26:47.767" v="592" actId="207"/>
          <ac:spMkLst>
            <pc:docMk/>
            <pc:sldMk cId="0" sldId="274"/>
            <ac:spMk id="125" creationId="{00000000-0000-0000-0000-000000000000}"/>
          </ac:spMkLst>
        </pc:spChg>
        <pc:spChg chg="mod ord">
          <ac:chgData name="zarnain javed" userId="1d654521462ea197" providerId="LiveId" clId="{4184296D-76FB-4A69-8A26-CDEE08C8064A}" dt="2026-01-05T05:46:02.407" v="172" actId="700"/>
          <ac:spMkLst>
            <pc:docMk/>
            <pc:sldMk cId="0" sldId="274"/>
            <ac:spMk id="127" creationId="{00000000-0000-0000-0000-000000000000}"/>
          </ac:spMkLst>
        </pc:spChg>
        <pc:spChg chg="mod">
          <ac:chgData name="zarnain javed" userId="1d654521462ea197" providerId="LiveId" clId="{4184296D-76FB-4A69-8A26-CDEE08C8064A}" dt="2026-01-05T11:32:57.461" v="1766" actId="20577"/>
          <ac:spMkLst>
            <pc:docMk/>
            <pc:sldMk cId="0" sldId="274"/>
            <ac:spMk id="130" creationId="{00000000-0000-0000-0000-000000000000}"/>
          </ac:spMkLst>
        </pc:spChg>
        <pc:picChg chg="add mod">
          <ac:chgData name="zarnain javed" userId="1d654521462ea197" providerId="LiveId" clId="{4184296D-76FB-4A69-8A26-CDEE08C8064A}" dt="2026-01-07T07:39:02.709" v="2590"/>
          <ac:picMkLst>
            <pc:docMk/>
            <pc:sldMk cId="0" sldId="274"/>
            <ac:picMk id="2" creationId="{76023ADA-438E-D578-4086-5A938C220CCC}"/>
          </ac:picMkLst>
        </pc:picChg>
        <pc:picChg chg="add del mod">
          <ac:chgData name="zarnain javed" userId="1d654521462ea197" providerId="LiveId" clId="{4184296D-76FB-4A69-8A26-CDEE08C8064A}" dt="2026-01-07T07:39:02.207" v="2589" actId="478"/>
          <ac:picMkLst>
            <pc:docMk/>
            <pc:sldMk cId="0" sldId="274"/>
            <ac:picMk id="8" creationId="{C161F3AA-AA24-F279-AFD0-D7B21D4CDC00}"/>
          </ac:picMkLst>
        </pc:picChg>
      </pc:sldChg>
      <pc:sldChg chg="addSp delSp modSp mod">
        <pc:chgData name="zarnain javed" userId="1d654521462ea197" providerId="LiveId" clId="{4184296D-76FB-4A69-8A26-CDEE08C8064A}" dt="2026-01-07T07:42:05.842" v="2623"/>
        <pc:sldMkLst>
          <pc:docMk/>
          <pc:sldMk cId="0" sldId="278"/>
        </pc:sldMkLst>
        <pc:spChg chg="mod">
          <ac:chgData name="zarnain javed" userId="1d654521462ea197" providerId="LiveId" clId="{4184296D-76FB-4A69-8A26-CDEE08C8064A}" dt="2026-01-05T07:05:31.218" v="1072" actId="2711"/>
          <ac:spMkLst>
            <pc:docMk/>
            <pc:sldMk cId="0" sldId="278"/>
            <ac:spMk id="2" creationId="{00000000-0000-0000-0000-000000000000}"/>
          </ac:spMkLst>
        </pc:spChg>
        <pc:spChg chg="mod">
          <ac:chgData name="zarnain javed" userId="1d654521462ea197" providerId="LiveId" clId="{4184296D-76FB-4A69-8A26-CDEE08C8064A}" dt="2026-01-05T07:10:47.811" v="1133" actId="20577"/>
          <ac:spMkLst>
            <pc:docMk/>
            <pc:sldMk cId="0" sldId="278"/>
            <ac:spMk id="3" creationId="{00000000-0000-0000-0000-000000000000}"/>
          </ac:spMkLst>
        </pc:spChg>
        <pc:picChg chg="add mod">
          <ac:chgData name="zarnain javed" userId="1d654521462ea197" providerId="LiveId" clId="{4184296D-76FB-4A69-8A26-CDEE08C8064A}" dt="2026-01-07T07:42:05.842" v="2623"/>
          <ac:picMkLst>
            <pc:docMk/>
            <pc:sldMk cId="0" sldId="278"/>
            <ac:picMk id="6" creationId="{88FA8E61-9FF2-AD6C-4074-DA4DD1EEAEF3}"/>
          </ac:picMkLst>
        </pc:picChg>
        <pc:picChg chg="add del mod">
          <ac:chgData name="zarnain javed" userId="1d654521462ea197" providerId="LiveId" clId="{4184296D-76FB-4A69-8A26-CDEE08C8064A}" dt="2026-01-07T07:42:05.391" v="2622" actId="478"/>
          <ac:picMkLst>
            <pc:docMk/>
            <pc:sldMk cId="0" sldId="278"/>
            <ac:picMk id="11" creationId="{4A0FFBF0-43EC-C35A-F6B5-BB1150E25541}"/>
          </ac:picMkLst>
        </pc:picChg>
      </pc:sldChg>
      <pc:sldChg chg="addSp delSp modSp del mod">
        <pc:chgData name="zarnain javed" userId="1d654521462ea197" providerId="LiveId" clId="{4184296D-76FB-4A69-8A26-CDEE08C8064A}" dt="2026-01-05T08:08:16.768" v="1697" actId="47"/>
        <pc:sldMkLst>
          <pc:docMk/>
          <pc:sldMk cId="0" sldId="279"/>
        </pc:sldMkLst>
      </pc:sldChg>
      <pc:sldChg chg="del">
        <pc:chgData name="zarnain javed" userId="1d654521462ea197" providerId="LiveId" clId="{4184296D-76FB-4A69-8A26-CDEE08C8064A}" dt="2026-01-05T06:50:04.271" v="848" actId="47"/>
        <pc:sldMkLst>
          <pc:docMk/>
          <pc:sldMk cId="0" sldId="290"/>
        </pc:sldMkLst>
      </pc:sldChg>
      <pc:sldChg chg="del">
        <pc:chgData name="zarnain javed" userId="1d654521462ea197" providerId="LiveId" clId="{4184296D-76FB-4A69-8A26-CDEE08C8064A}" dt="2026-01-05T06:50:05.661" v="849" actId="47"/>
        <pc:sldMkLst>
          <pc:docMk/>
          <pc:sldMk cId="0" sldId="294"/>
        </pc:sldMkLst>
      </pc:sldChg>
      <pc:sldChg chg="del">
        <pc:chgData name="zarnain javed" userId="1d654521462ea197" providerId="LiveId" clId="{4184296D-76FB-4A69-8A26-CDEE08C8064A}" dt="2026-01-05T06:50:07.318" v="850" actId="47"/>
        <pc:sldMkLst>
          <pc:docMk/>
          <pc:sldMk cId="0" sldId="295"/>
        </pc:sldMkLst>
      </pc:sldChg>
      <pc:sldChg chg="addSp delSp modSp mod ord">
        <pc:chgData name="zarnain javed" userId="1d654521462ea197" providerId="LiveId" clId="{4184296D-76FB-4A69-8A26-CDEE08C8064A}" dt="2026-01-07T07:41:31.003" v="2609" actId="1076"/>
        <pc:sldMkLst>
          <pc:docMk/>
          <pc:sldMk cId="0" sldId="296"/>
        </pc:sldMkLst>
        <pc:spChg chg="add del mod">
          <ac:chgData name="zarnain javed" userId="1d654521462ea197" providerId="LiveId" clId="{4184296D-76FB-4A69-8A26-CDEE08C8064A}" dt="2026-01-07T07:25:40.011" v="2569" actId="20577"/>
          <ac:spMkLst>
            <pc:docMk/>
            <pc:sldMk cId="0" sldId="296"/>
            <ac:spMk id="8" creationId="{00000000-0000-0000-0000-000000000000}"/>
          </ac:spMkLst>
        </pc:spChg>
        <pc:picChg chg="add mod">
          <ac:chgData name="zarnain javed" userId="1d654521462ea197" providerId="LiveId" clId="{4184296D-76FB-4A69-8A26-CDEE08C8064A}" dt="2026-01-07T07:41:21.964" v="2608"/>
          <ac:picMkLst>
            <pc:docMk/>
            <pc:sldMk cId="0" sldId="296"/>
            <ac:picMk id="2" creationId="{13282971-A760-EAFE-7623-A5CA5390C702}"/>
          </ac:picMkLst>
        </pc:picChg>
        <pc:picChg chg="add mod modCrop">
          <ac:chgData name="zarnain javed" userId="1d654521462ea197" providerId="LiveId" clId="{4184296D-76FB-4A69-8A26-CDEE08C8064A}" dt="2026-01-07T07:41:31.003" v="2609" actId="1076"/>
          <ac:picMkLst>
            <pc:docMk/>
            <pc:sldMk cId="0" sldId="296"/>
            <ac:picMk id="13" creationId="{4C6779D2-EA28-35F8-367C-4B190163812E}"/>
          </ac:picMkLst>
        </pc:picChg>
      </pc:sldChg>
      <pc:sldChg chg="del">
        <pc:chgData name="zarnain javed" userId="1d654521462ea197" providerId="LiveId" clId="{4184296D-76FB-4A69-8A26-CDEE08C8064A}" dt="2026-01-05T06:50:08.974" v="851" actId="47"/>
        <pc:sldMkLst>
          <pc:docMk/>
          <pc:sldMk cId="0" sldId="297"/>
        </pc:sldMkLst>
      </pc:sldChg>
      <pc:sldChg chg="addSp delSp modSp mod">
        <pc:chgData name="zarnain javed" userId="1d654521462ea197" providerId="LiveId" clId="{4184296D-76FB-4A69-8A26-CDEE08C8064A}" dt="2026-01-07T07:42:02.622" v="2621"/>
        <pc:sldMkLst>
          <pc:docMk/>
          <pc:sldMk cId="0" sldId="298"/>
        </pc:sldMkLst>
        <pc:spChg chg="mod">
          <ac:chgData name="zarnain javed" userId="1d654521462ea197" providerId="LiveId" clId="{4184296D-76FB-4A69-8A26-CDEE08C8064A}" dt="2026-01-05T06:59:23.024" v="999" actId="2711"/>
          <ac:spMkLst>
            <pc:docMk/>
            <pc:sldMk cId="0" sldId="298"/>
            <ac:spMk id="2" creationId="{00000000-0000-0000-0000-000000000000}"/>
          </ac:spMkLst>
        </pc:spChg>
        <pc:spChg chg="mod">
          <ac:chgData name="zarnain javed" userId="1d654521462ea197" providerId="LiveId" clId="{4184296D-76FB-4A69-8A26-CDEE08C8064A}" dt="2026-01-05T07:04:38.188" v="1066" actId="115"/>
          <ac:spMkLst>
            <pc:docMk/>
            <pc:sldMk cId="0" sldId="298"/>
            <ac:spMk id="3" creationId="{00000000-0000-0000-0000-000000000000}"/>
          </ac:spMkLst>
        </pc:spChg>
        <pc:picChg chg="add del mod">
          <ac:chgData name="zarnain javed" userId="1d654521462ea197" providerId="LiveId" clId="{4184296D-76FB-4A69-8A26-CDEE08C8064A}" dt="2026-01-07T07:42:02.152" v="2620" actId="478"/>
          <ac:picMkLst>
            <pc:docMk/>
            <pc:sldMk cId="0" sldId="298"/>
            <ac:picMk id="5" creationId="{5C69DA59-10BB-3B61-3890-24EB9B6CB47D}"/>
          </ac:picMkLst>
        </pc:picChg>
        <pc:picChg chg="add mod">
          <ac:chgData name="zarnain javed" userId="1d654521462ea197" providerId="LiveId" clId="{4184296D-76FB-4A69-8A26-CDEE08C8064A}" dt="2026-01-07T07:42:02.622" v="2621"/>
          <ac:picMkLst>
            <pc:docMk/>
            <pc:sldMk cId="0" sldId="298"/>
            <ac:picMk id="6" creationId="{C8353676-642E-1562-6037-B70C923EDBEE}"/>
          </ac:picMkLst>
        </pc:picChg>
      </pc:sldChg>
      <pc:sldChg chg="modSp del mod">
        <pc:chgData name="zarnain javed" userId="1d654521462ea197" providerId="LiveId" clId="{4184296D-76FB-4A69-8A26-CDEE08C8064A}" dt="2026-01-05T06:53:04.255" v="930" actId="47"/>
        <pc:sldMkLst>
          <pc:docMk/>
          <pc:sldMk cId="0" sldId="299"/>
        </pc:sldMkLst>
      </pc:sldChg>
      <pc:sldChg chg="addSp delSp modSp mod">
        <pc:chgData name="zarnain javed" userId="1d654521462ea197" providerId="LiveId" clId="{4184296D-76FB-4A69-8A26-CDEE08C8064A}" dt="2026-01-07T08:27:03.083" v="3018" actId="14734"/>
        <pc:sldMkLst>
          <pc:docMk/>
          <pc:sldMk cId="0" sldId="300"/>
        </pc:sldMkLst>
        <pc:spChg chg="mod">
          <ac:chgData name="zarnain javed" userId="1d654521462ea197" providerId="LiveId" clId="{4184296D-76FB-4A69-8A26-CDEE08C8064A}" dt="2026-01-05T06:52:58.407" v="929" actId="2711"/>
          <ac:spMkLst>
            <pc:docMk/>
            <pc:sldMk cId="0" sldId="300"/>
            <ac:spMk id="2" creationId="{00000000-0000-0000-0000-000000000000}"/>
          </ac:spMkLst>
        </pc:spChg>
        <pc:spChg chg="mod">
          <ac:chgData name="zarnain javed" userId="1d654521462ea197" providerId="LiveId" clId="{4184296D-76FB-4A69-8A26-CDEE08C8064A}" dt="2026-01-07T08:26:52.438" v="3017" actId="20577"/>
          <ac:spMkLst>
            <pc:docMk/>
            <pc:sldMk cId="0" sldId="300"/>
            <ac:spMk id="3" creationId="{00000000-0000-0000-0000-000000000000}"/>
          </ac:spMkLst>
        </pc:spChg>
        <pc:graphicFrameChg chg="add mod modGraphic">
          <ac:chgData name="zarnain javed" userId="1d654521462ea197" providerId="LiveId" clId="{4184296D-76FB-4A69-8A26-CDEE08C8064A}" dt="2026-01-07T08:27:03.083" v="3018" actId="14734"/>
          <ac:graphicFrameMkLst>
            <pc:docMk/>
            <pc:sldMk cId="0" sldId="300"/>
            <ac:graphicFrameMk id="9" creationId="{5C295A4F-1B59-1F39-F581-1E262F4530E8}"/>
          </ac:graphicFrameMkLst>
        </pc:graphicFrameChg>
        <pc:picChg chg="add del mod">
          <ac:chgData name="zarnain javed" userId="1d654521462ea197" providerId="LiveId" clId="{4184296D-76FB-4A69-8A26-CDEE08C8064A}" dt="2026-01-07T07:41:59.021" v="2618" actId="478"/>
          <ac:picMkLst>
            <pc:docMk/>
            <pc:sldMk cId="0" sldId="300"/>
            <ac:picMk id="5" creationId="{DCB2871D-D4CF-6BFF-60D3-6FD09A9DE9DD}"/>
          </ac:picMkLst>
        </pc:picChg>
        <pc:picChg chg="add mod">
          <ac:chgData name="zarnain javed" userId="1d654521462ea197" providerId="LiveId" clId="{4184296D-76FB-4A69-8A26-CDEE08C8064A}" dt="2026-01-07T07:41:59.456" v="2619"/>
          <ac:picMkLst>
            <pc:docMk/>
            <pc:sldMk cId="0" sldId="300"/>
            <ac:picMk id="6" creationId="{285DC388-3F71-442B-558B-73F63D91FF52}"/>
          </ac:picMkLst>
        </pc:picChg>
      </pc:sldChg>
      <pc:sldChg chg="del">
        <pc:chgData name="zarnain javed" userId="1d654521462ea197" providerId="LiveId" clId="{4184296D-76FB-4A69-8A26-CDEE08C8064A}" dt="2026-01-05T05:50:35.239" v="198" actId="2696"/>
        <pc:sldMkLst>
          <pc:docMk/>
          <pc:sldMk cId="0" sldId="301"/>
        </pc:sldMkLst>
      </pc:sldChg>
      <pc:sldChg chg="addSp modSp mod">
        <pc:chgData name="zarnain javed" userId="1d654521462ea197" providerId="LiveId" clId="{4184296D-76FB-4A69-8A26-CDEE08C8064A}" dt="2026-01-07T08:29:40.246" v="3022" actId="207"/>
        <pc:sldMkLst>
          <pc:docMk/>
          <pc:sldMk cId="0" sldId="302"/>
        </pc:sldMkLst>
        <pc:spChg chg="mod">
          <ac:chgData name="zarnain javed" userId="1d654521462ea197" providerId="LiveId" clId="{4184296D-76FB-4A69-8A26-CDEE08C8064A}" dt="2026-01-07T08:29:40.246" v="3022" actId="207"/>
          <ac:spMkLst>
            <pc:docMk/>
            <pc:sldMk cId="0" sldId="302"/>
            <ac:spMk id="2" creationId="{00000000-0000-0000-0000-000000000000}"/>
          </ac:spMkLst>
        </pc:spChg>
        <pc:graphicFrameChg chg="mod modGraphic">
          <ac:chgData name="zarnain javed" userId="1d654521462ea197" providerId="LiveId" clId="{4184296D-76FB-4A69-8A26-CDEE08C8064A}" dt="2026-01-07T08:02:53.434" v="2806" actId="1076"/>
          <ac:graphicFrameMkLst>
            <pc:docMk/>
            <pc:sldMk cId="0" sldId="302"/>
            <ac:graphicFrameMk id="5" creationId="{00000000-0000-0000-0000-000000000000}"/>
          </ac:graphicFrameMkLst>
        </pc:graphicFrameChg>
        <pc:picChg chg="add mod">
          <ac:chgData name="zarnain javed" userId="1d654521462ea197" providerId="LiveId" clId="{4184296D-76FB-4A69-8A26-CDEE08C8064A}" dt="2026-01-07T07:43:40.945" v="2632"/>
          <ac:picMkLst>
            <pc:docMk/>
            <pc:sldMk cId="0" sldId="302"/>
            <ac:picMk id="3" creationId="{C8B6A6B3-0983-9EF2-68A8-0AC72EC374E4}"/>
          </ac:picMkLst>
        </pc:picChg>
      </pc:sldChg>
      <pc:sldChg chg="modSp del mod">
        <pc:chgData name="zarnain javed" userId="1d654521462ea197" providerId="LiveId" clId="{4184296D-76FB-4A69-8A26-CDEE08C8064A}" dt="2026-01-05T06:05:41.582" v="349" actId="2696"/>
        <pc:sldMkLst>
          <pc:docMk/>
          <pc:sldMk cId="0" sldId="303"/>
        </pc:sldMkLst>
      </pc:sldChg>
      <pc:sldChg chg="del">
        <pc:chgData name="zarnain javed" userId="1d654521462ea197" providerId="LiveId" clId="{4184296D-76FB-4A69-8A26-CDEE08C8064A}" dt="2026-01-05T06:17:54.166" v="435" actId="47"/>
        <pc:sldMkLst>
          <pc:docMk/>
          <pc:sldMk cId="0" sldId="304"/>
        </pc:sldMkLst>
      </pc:sldChg>
      <pc:sldChg chg="del">
        <pc:chgData name="zarnain javed" userId="1d654521462ea197" providerId="LiveId" clId="{4184296D-76FB-4A69-8A26-CDEE08C8064A}" dt="2026-01-05T06:17:57.919" v="436" actId="47"/>
        <pc:sldMkLst>
          <pc:docMk/>
          <pc:sldMk cId="0" sldId="305"/>
        </pc:sldMkLst>
      </pc:sldChg>
      <pc:sldChg chg="del">
        <pc:chgData name="zarnain javed" userId="1d654521462ea197" providerId="LiveId" clId="{4184296D-76FB-4A69-8A26-CDEE08C8064A}" dt="2026-01-05T06:18:00.119" v="437" actId="47"/>
        <pc:sldMkLst>
          <pc:docMk/>
          <pc:sldMk cId="0" sldId="306"/>
        </pc:sldMkLst>
      </pc:sldChg>
      <pc:sldChg chg="del">
        <pc:chgData name="zarnain javed" userId="1d654521462ea197" providerId="LiveId" clId="{4184296D-76FB-4A69-8A26-CDEE08C8064A}" dt="2026-01-05T06:18:02.187" v="438" actId="47"/>
        <pc:sldMkLst>
          <pc:docMk/>
          <pc:sldMk cId="0" sldId="307"/>
        </pc:sldMkLst>
      </pc:sldChg>
      <pc:sldChg chg="addSp delSp modSp mod">
        <pc:chgData name="zarnain javed" userId="1d654521462ea197" providerId="LiveId" clId="{4184296D-76FB-4A69-8A26-CDEE08C8064A}" dt="2026-01-07T07:56:37.270" v="2761" actId="21"/>
        <pc:sldMkLst>
          <pc:docMk/>
          <pc:sldMk cId="0" sldId="308"/>
        </pc:sldMkLst>
        <pc:spChg chg="mod">
          <ac:chgData name="zarnain javed" userId="1d654521462ea197" providerId="LiveId" clId="{4184296D-76FB-4A69-8A26-CDEE08C8064A}" dt="2026-01-07T07:56:37.270" v="2761" actId="21"/>
          <ac:spMkLst>
            <pc:docMk/>
            <pc:sldMk cId="0" sldId="308"/>
            <ac:spMk id="3" creationId="{00000000-0000-0000-0000-000000000000}"/>
          </ac:spMkLst>
        </pc:spChg>
        <pc:spChg chg="mod">
          <ac:chgData name="zarnain javed" userId="1d654521462ea197" providerId="LiveId" clId="{4184296D-76FB-4A69-8A26-CDEE08C8064A}" dt="2026-01-05T07:11:21.686" v="1137" actId="207"/>
          <ac:spMkLst>
            <pc:docMk/>
            <pc:sldMk cId="0" sldId="308"/>
            <ac:spMk id="196" creationId="{00000000-0000-0000-0000-000000000000}"/>
          </ac:spMkLst>
        </pc:spChg>
        <pc:picChg chg="add mod">
          <ac:chgData name="zarnain javed" userId="1d654521462ea197" providerId="LiveId" clId="{4184296D-76FB-4A69-8A26-CDEE08C8064A}" dt="2026-01-07T07:42:16.359" v="2629"/>
          <ac:picMkLst>
            <pc:docMk/>
            <pc:sldMk cId="0" sldId="308"/>
            <ac:picMk id="2" creationId="{E103AE8A-6680-7D93-B32C-9E132CE8A1B0}"/>
          </ac:picMkLst>
        </pc:picChg>
        <pc:picChg chg="add del mod">
          <ac:chgData name="zarnain javed" userId="1d654521462ea197" providerId="LiveId" clId="{4184296D-76FB-4A69-8A26-CDEE08C8064A}" dt="2026-01-07T07:42:15.346" v="2628" actId="478"/>
          <ac:picMkLst>
            <pc:docMk/>
            <pc:sldMk cId="0" sldId="308"/>
            <ac:picMk id="5" creationId="{1C579AE3-BCDD-9808-DD8F-40EC63A3B2CB}"/>
          </ac:picMkLst>
        </pc:picChg>
      </pc:sldChg>
      <pc:sldChg chg="addSp delSp modSp new del mod">
        <pc:chgData name="zarnain javed" userId="1d654521462ea197" providerId="LiveId" clId="{4184296D-76FB-4A69-8A26-CDEE08C8064A}" dt="2026-01-05T05:47:31.372" v="187" actId="2696"/>
        <pc:sldMkLst>
          <pc:docMk/>
          <pc:sldMk cId="2461382003" sldId="309"/>
        </pc:sldMkLst>
      </pc:sldChg>
      <pc:sldChg chg="addSp delSp modSp add mod">
        <pc:chgData name="zarnain javed" userId="1d654521462ea197" providerId="LiveId" clId="{4184296D-76FB-4A69-8A26-CDEE08C8064A}" dt="2026-01-07T07:38:58.936" v="2588"/>
        <pc:sldMkLst>
          <pc:docMk/>
          <pc:sldMk cId="546225546" sldId="310"/>
        </pc:sldMkLst>
        <pc:spChg chg="mod">
          <ac:chgData name="zarnain javed" userId="1d654521462ea197" providerId="LiveId" clId="{4184296D-76FB-4A69-8A26-CDEE08C8064A}" dt="2026-01-07T06:11:46.781" v="2567" actId="20577"/>
          <ac:spMkLst>
            <pc:docMk/>
            <pc:sldMk cId="546225546" sldId="310"/>
            <ac:spMk id="130" creationId="{014A2CBB-297D-0220-0A6A-ADECF71A993A}"/>
          </ac:spMkLst>
        </pc:spChg>
        <pc:picChg chg="add mod">
          <ac:chgData name="zarnain javed" userId="1d654521462ea197" providerId="LiveId" clId="{4184296D-76FB-4A69-8A26-CDEE08C8064A}" dt="2026-01-07T07:38:58.936" v="2588"/>
          <ac:picMkLst>
            <pc:docMk/>
            <pc:sldMk cId="546225546" sldId="310"/>
            <ac:picMk id="2" creationId="{3BD27910-DD3E-1585-8E7E-75EB3E0C5008}"/>
          </ac:picMkLst>
        </pc:picChg>
        <pc:picChg chg="del mod">
          <ac:chgData name="zarnain javed" userId="1d654521462ea197" providerId="LiveId" clId="{4184296D-76FB-4A69-8A26-CDEE08C8064A}" dt="2026-01-07T07:38:58.126" v="2587" actId="478"/>
          <ac:picMkLst>
            <pc:docMk/>
            <pc:sldMk cId="546225546" sldId="310"/>
            <ac:picMk id="8" creationId="{E1BD0E5F-5F2A-6616-1C3C-83462D9D783B}"/>
          </ac:picMkLst>
        </pc:picChg>
      </pc:sldChg>
      <pc:sldChg chg="addSp delSp modSp add mod">
        <pc:chgData name="zarnain javed" userId="1d654521462ea197" providerId="LiveId" clId="{4184296D-76FB-4A69-8A26-CDEE08C8064A}" dt="2026-01-07T07:41:18.794" v="2607"/>
        <pc:sldMkLst>
          <pc:docMk/>
          <pc:sldMk cId="3730588864" sldId="311"/>
        </pc:sldMkLst>
        <pc:spChg chg="mod">
          <ac:chgData name="zarnain javed" userId="1d654521462ea197" providerId="LiveId" clId="{4184296D-76FB-4A69-8A26-CDEE08C8064A}" dt="2026-01-06T07:07:57.522" v="2563" actId="20577"/>
          <ac:spMkLst>
            <pc:docMk/>
            <pc:sldMk cId="3730588864" sldId="311"/>
            <ac:spMk id="7" creationId="{470D3D4C-8695-26F5-4AA7-49309FE6F0CC}"/>
          </ac:spMkLst>
        </pc:spChg>
        <pc:spChg chg="mod">
          <ac:chgData name="zarnain javed" userId="1d654521462ea197" providerId="LiveId" clId="{4184296D-76FB-4A69-8A26-CDEE08C8064A}" dt="2026-01-05T06:27:15.230" v="596" actId="207"/>
          <ac:spMkLst>
            <pc:docMk/>
            <pc:sldMk cId="3730588864" sldId="311"/>
            <ac:spMk id="181" creationId="{E268F029-4CBF-3EF6-47C9-DE318218EE27}"/>
          </ac:spMkLst>
        </pc:spChg>
        <pc:picChg chg="add mod">
          <ac:chgData name="zarnain javed" userId="1d654521462ea197" providerId="LiveId" clId="{4184296D-76FB-4A69-8A26-CDEE08C8064A}" dt="2026-01-07T07:41:18.794" v="2607"/>
          <ac:picMkLst>
            <pc:docMk/>
            <pc:sldMk cId="3730588864" sldId="311"/>
            <ac:picMk id="2" creationId="{59F61274-7817-001F-A48B-BD23CA63DC50}"/>
          </ac:picMkLst>
        </pc:picChg>
        <pc:picChg chg="del">
          <ac:chgData name="zarnain javed" userId="1d654521462ea197" providerId="LiveId" clId="{4184296D-76FB-4A69-8A26-CDEE08C8064A}" dt="2026-01-07T07:41:18.347" v="2606" actId="478"/>
          <ac:picMkLst>
            <pc:docMk/>
            <pc:sldMk cId="3730588864" sldId="311"/>
            <ac:picMk id="4" creationId="{CE396BA3-6192-3B07-C196-615C2AE9C188}"/>
          </ac:picMkLst>
        </pc:picChg>
      </pc:sldChg>
      <pc:sldChg chg="addSp delSp modSp add mod">
        <pc:chgData name="zarnain javed" userId="1d654521462ea197" providerId="LiveId" clId="{4184296D-76FB-4A69-8A26-CDEE08C8064A}" dt="2026-01-07T08:29:57.494" v="3025" actId="207"/>
        <pc:sldMkLst>
          <pc:docMk/>
          <pc:sldMk cId="217564024" sldId="312"/>
        </pc:sldMkLst>
        <pc:spChg chg="del">
          <ac:chgData name="zarnain javed" userId="1d654521462ea197" providerId="LiveId" clId="{4184296D-76FB-4A69-8A26-CDEE08C8064A}" dt="2026-01-07T08:01:42.194" v="2800" actId="478"/>
          <ac:spMkLst>
            <pc:docMk/>
            <pc:sldMk cId="217564024" sldId="312"/>
            <ac:spMk id="2" creationId="{765854C8-CFD1-2A47-A242-47C1CB308CFC}"/>
          </ac:spMkLst>
        </pc:spChg>
        <pc:spChg chg="add mod">
          <ac:chgData name="zarnain javed" userId="1d654521462ea197" providerId="LiveId" clId="{4184296D-76FB-4A69-8A26-CDEE08C8064A}" dt="2026-01-07T08:29:57.494" v="3025" actId="207"/>
          <ac:spMkLst>
            <pc:docMk/>
            <pc:sldMk cId="217564024" sldId="312"/>
            <ac:spMk id="6" creationId="{BB1944EF-CD44-E624-6A39-CBDADD256533}"/>
          </ac:spMkLst>
        </pc:spChg>
        <pc:graphicFrameChg chg="mod modGraphic">
          <ac:chgData name="zarnain javed" userId="1d654521462ea197" providerId="LiveId" clId="{4184296D-76FB-4A69-8A26-CDEE08C8064A}" dt="2026-01-07T08:02:38.137" v="2805" actId="1076"/>
          <ac:graphicFrameMkLst>
            <pc:docMk/>
            <pc:sldMk cId="217564024" sldId="312"/>
            <ac:graphicFrameMk id="5" creationId="{9C2EB26E-035C-1E8F-7B94-501BC5076F56}"/>
          </ac:graphicFrameMkLst>
        </pc:graphicFrameChg>
        <pc:picChg chg="add mod">
          <ac:chgData name="zarnain javed" userId="1d654521462ea197" providerId="LiveId" clId="{4184296D-76FB-4A69-8A26-CDEE08C8064A}" dt="2026-01-07T08:02:28.761" v="2804" actId="1076"/>
          <ac:picMkLst>
            <pc:docMk/>
            <pc:sldMk cId="217564024" sldId="312"/>
            <ac:picMk id="3" creationId="{9A73B0D5-5E36-9E3E-E902-9679242A6BD5}"/>
          </ac:picMkLst>
        </pc:picChg>
      </pc:sldChg>
      <pc:sldChg chg="addSp delSp modSp add mod">
        <pc:chgData name="zarnain javed" userId="1d654521462ea197" providerId="LiveId" clId="{4184296D-76FB-4A69-8A26-CDEE08C8064A}" dt="2026-01-07T08:30:04.121" v="3026" actId="207"/>
        <pc:sldMkLst>
          <pc:docMk/>
          <pc:sldMk cId="1924458798" sldId="313"/>
        </pc:sldMkLst>
        <pc:spChg chg="del mod">
          <ac:chgData name="zarnain javed" userId="1d654521462ea197" providerId="LiveId" clId="{4184296D-76FB-4A69-8A26-CDEE08C8064A}" dt="2026-01-07T08:03:07.072" v="2807" actId="478"/>
          <ac:spMkLst>
            <pc:docMk/>
            <pc:sldMk cId="1924458798" sldId="313"/>
            <ac:spMk id="2" creationId="{938FCB0B-75EB-71C1-E65E-D30CFC4C8C34}"/>
          </ac:spMkLst>
        </pc:spChg>
        <pc:spChg chg="add mod">
          <ac:chgData name="zarnain javed" userId="1d654521462ea197" providerId="LiveId" clId="{4184296D-76FB-4A69-8A26-CDEE08C8064A}" dt="2026-01-07T08:30:04.121" v="3026" actId="207"/>
          <ac:spMkLst>
            <pc:docMk/>
            <pc:sldMk cId="1924458798" sldId="313"/>
            <ac:spMk id="6" creationId="{5594E6EB-F64A-ABE5-99FE-70BC3F1B43A9}"/>
          </ac:spMkLst>
        </pc:spChg>
        <pc:graphicFrameChg chg="mod modGraphic">
          <ac:chgData name="zarnain javed" userId="1d654521462ea197" providerId="LiveId" clId="{4184296D-76FB-4A69-8A26-CDEE08C8064A}" dt="2026-01-07T08:22:48.233" v="2930" actId="1076"/>
          <ac:graphicFrameMkLst>
            <pc:docMk/>
            <pc:sldMk cId="1924458798" sldId="313"/>
            <ac:graphicFrameMk id="5" creationId="{C9EDF169-FFC4-DBA7-6A9C-A4F8E0F18F23}"/>
          </ac:graphicFrameMkLst>
        </pc:graphicFrameChg>
        <pc:picChg chg="add mod">
          <ac:chgData name="zarnain javed" userId="1d654521462ea197" providerId="LiveId" clId="{4184296D-76FB-4A69-8A26-CDEE08C8064A}" dt="2026-01-07T07:44:31.827" v="2634"/>
          <ac:picMkLst>
            <pc:docMk/>
            <pc:sldMk cId="1924458798" sldId="313"/>
            <ac:picMk id="3" creationId="{D72DC291-FE7D-A136-9DE6-D149025E8AFD}"/>
          </ac:picMkLst>
        </pc:picChg>
      </pc:sldChg>
      <pc:sldChg chg="add del">
        <pc:chgData name="zarnain javed" userId="1d654521462ea197" providerId="LiveId" clId="{4184296D-76FB-4A69-8A26-CDEE08C8064A}" dt="2026-01-05T06:11:18.154" v="397" actId="47"/>
        <pc:sldMkLst>
          <pc:docMk/>
          <pc:sldMk cId="2380704565" sldId="314"/>
        </pc:sldMkLst>
      </pc:sldChg>
      <pc:sldChg chg="addSp delSp modSp add mod">
        <pc:chgData name="zarnain javed" userId="1d654521462ea197" providerId="LiveId" clId="{4184296D-76FB-4A69-8A26-CDEE08C8064A}" dt="2026-01-07T08:30:09.720" v="3027" actId="207"/>
        <pc:sldMkLst>
          <pc:docMk/>
          <pc:sldMk cId="2483051301" sldId="314"/>
        </pc:sldMkLst>
        <pc:spChg chg="del">
          <ac:chgData name="zarnain javed" userId="1d654521462ea197" providerId="LiveId" clId="{4184296D-76FB-4A69-8A26-CDEE08C8064A}" dt="2026-01-07T08:23:09.617" v="2931" actId="478"/>
          <ac:spMkLst>
            <pc:docMk/>
            <pc:sldMk cId="2483051301" sldId="314"/>
            <ac:spMk id="2" creationId="{EA514201-03A1-5EA2-A00A-0469D050054A}"/>
          </ac:spMkLst>
        </pc:spChg>
        <pc:spChg chg="add mod">
          <ac:chgData name="zarnain javed" userId="1d654521462ea197" providerId="LiveId" clId="{4184296D-76FB-4A69-8A26-CDEE08C8064A}" dt="2026-01-07T08:30:09.720" v="3027" actId="207"/>
          <ac:spMkLst>
            <pc:docMk/>
            <pc:sldMk cId="2483051301" sldId="314"/>
            <ac:spMk id="6" creationId="{B5A165C9-4CC1-E47A-D5D3-5CDDB73EF461}"/>
          </ac:spMkLst>
        </pc:spChg>
        <pc:graphicFrameChg chg="mod modGraphic">
          <ac:chgData name="zarnain javed" userId="1d654521462ea197" providerId="LiveId" clId="{4184296D-76FB-4A69-8A26-CDEE08C8064A}" dt="2026-01-07T08:23:57.452" v="2936" actId="1076"/>
          <ac:graphicFrameMkLst>
            <pc:docMk/>
            <pc:sldMk cId="2483051301" sldId="314"/>
            <ac:graphicFrameMk id="5" creationId="{5F3E1ED3-4FBB-A02B-0F98-3D46387005BD}"/>
          </ac:graphicFrameMkLst>
        </pc:graphicFrameChg>
        <pc:picChg chg="add mod">
          <ac:chgData name="zarnain javed" userId="1d654521462ea197" providerId="LiveId" clId="{4184296D-76FB-4A69-8A26-CDEE08C8064A}" dt="2026-01-07T07:44:34.861" v="2635"/>
          <ac:picMkLst>
            <pc:docMk/>
            <pc:sldMk cId="2483051301" sldId="314"/>
            <ac:picMk id="3" creationId="{45F65932-168F-D1B0-FC22-9DCB6C0E0D73}"/>
          </ac:picMkLst>
        </pc:picChg>
      </pc:sldChg>
      <pc:sldChg chg="addSp delSp modSp add mod">
        <pc:chgData name="zarnain javed" userId="1d654521462ea197" providerId="LiveId" clId="{4184296D-76FB-4A69-8A26-CDEE08C8064A}" dt="2026-01-07T08:30:16.315" v="3028" actId="207"/>
        <pc:sldMkLst>
          <pc:docMk/>
          <pc:sldMk cId="3222720079" sldId="315"/>
        </pc:sldMkLst>
        <pc:spChg chg="del mod">
          <ac:chgData name="zarnain javed" userId="1d654521462ea197" providerId="LiveId" clId="{4184296D-76FB-4A69-8A26-CDEE08C8064A}" dt="2026-01-07T08:22:04.898" v="2923" actId="478"/>
          <ac:spMkLst>
            <pc:docMk/>
            <pc:sldMk cId="3222720079" sldId="315"/>
            <ac:spMk id="2" creationId="{A8882FCA-ED67-CB0D-382B-3B9A93F6AB23}"/>
          </ac:spMkLst>
        </pc:spChg>
        <pc:spChg chg="add del">
          <ac:chgData name="zarnain javed" userId="1d654521462ea197" providerId="LiveId" clId="{4184296D-76FB-4A69-8A26-CDEE08C8064A}" dt="2026-01-07T08:21:48.775" v="2922" actId="22"/>
          <ac:spMkLst>
            <pc:docMk/>
            <pc:sldMk cId="3222720079" sldId="315"/>
            <ac:spMk id="7" creationId="{0EC2E918-303B-64E6-8315-B585F77E459F}"/>
          </ac:spMkLst>
        </pc:spChg>
        <pc:spChg chg="add mod">
          <ac:chgData name="zarnain javed" userId="1d654521462ea197" providerId="LiveId" clId="{4184296D-76FB-4A69-8A26-CDEE08C8064A}" dt="2026-01-07T08:30:16.315" v="3028" actId="207"/>
          <ac:spMkLst>
            <pc:docMk/>
            <pc:sldMk cId="3222720079" sldId="315"/>
            <ac:spMk id="8" creationId="{C17DC2F6-A339-3F44-9DE4-969CFB184C2E}"/>
          </ac:spMkLst>
        </pc:spChg>
        <pc:graphicFrameChg chg="mod modGraphic">
          <ac:chgData name="zarnain javed" userId="1d654521462ea197" providerId="LiveId" clId="{4184296D-76FB-4A69-8A26-CDEE08C8064A}" dt="2026-01-07T08:25:08.476" v="3001" actId="1076"/>
          <ac:graphicFrameMkLst>
            <pc:docMk/>
            <pc:sldMk cId="3222720079" sldId="315"/>
            <ac:graphicFrameMk id="5" creationId="{4CE67854-FE29-7C39-9B38-45EFD2A49890}"/>
          </ac:graphicFrameMkLst>
        </pc:graphicFrameChg>
        <pc:picChg chg="add mod">
          <ac:chgData name="zarnain javed" userId="1d654521462ea197" providerId="LiveId" clId="{4184296D-76FB-4A69-8A26-CDEE08C8064A}" dt="2026-01-07T07:44:38.056" v="2636"/>
          <ac:picMkLst>
            <pc:docMk/>
            <pc:sldMk cId="3222720079" sldId="315"/>
            <ac:picMk id="3" creationId="{98A67669-5B2B-5E8B-BB21-58B5501F68E2}"/>
          </ac:picMkLst>
        </pc:picChg>
      </pc:sldChg>
      <pc:sldChg chg="addSp delSp modSp add del mod">
        <pc:chgData name="zarnain javed" userId="1d654521462ea197" providerId="LiveId" clId="{4184296D-76FB-4A69-8A26-CDEE08C8064A}" dt="2026-01-07T07:40:23.536" v="2595" actId="47"/>
        <pc:sldMkLst>
          <pc:docMk/>
          <pc:sldMk cId="2213022375" sldId="316"/>
        </pc:sldMkLst>
        <pc:picChg chg="add mod">
          <ac:chgData name="zarnain javed" userId="1d654521462ea197" providerId="LiveId" clId="{4184296D-76FB-4A69-8A26-CDEE08C8064A}" dt="2026-01-07T07:39:06.456" v="2592"/>
          <ac:picMkLst>
            <pc:docMk/>
            <pc:sldMk cId="2213022375" sldId="316"/>
            <ac:picMk id="2" creationId="{C5872C20-1B1A-ACE8-930B-EE6E4E9157D8}"/>
          </ac:picMkLst>
        </pc:picChg>
        <pc:picChg chg="del mod">
          <ac:chgData name="zarnain javed" userId="1d654521462ea197" providerId="LiveId" clId="{4184296D-76FB-4A69-8A26-CDEE08C8064A}" dt="2026-01-07T07:39:05.807" v="2591" actId="478"/>
          <ac:picMkLst>
            <pc:docMk/>
            <pc:sldMk cId="2213022375" sldId="316"/>
            <ac:picMk id="8" creationId="{B185E02E-B871-625A-F659-474F697D65B7}"/>
          </ac:picMkLst>
        </pc:picChg>
      </pc:sldChg>
      <pc:sldChg chg="modSp add del mod ord">
        <pc:chgData name="zarnain javed" userId="1d654521462ea197" providerId="LiveId" clId="{4184296D-76FB-4A69-8A26-CDEE08C8064A}" dt="2026-01-07T07:40:28.380" v="2596" actId="47"/>
        <pc:sldMkLst>
          <pc:docMk/>
          <pc:sldMk cId="1017234695" sldId="317"/>
        </pc:sldMkLst>
      </pc:sldChg>
      <pc:sldChg chg="modSp add del mod ord">
        <pc:chgData name="zarnain javed" userId="1d654521462ea197" providerId="LiveId" clId="{4184296D-76FB-4A69-8A26-CDEE08C8064A}" dt="2026-01-07T07:40:31.585" v="2597" actId="47"/>
        <pc:sldMkLst>
          <pc:docMk/>
          <pc:sldMk cId="4185362062" sldId="318"/>
        </pc:sldMkLst>
      </pc:sldChg>
      <pc:sldChg chg="modSp add del mod ord">
        <pc:chgData name="zarnain javed" userId="1d654521462ea197" providerId="LiveId" clId="{4184296D-76FB-4A69-8A26-CDEE08C8064A}" dt="2026-01-07T07:40:34.073" v="2598" actId="47"/>
        <pc:sldMkLst>
          <pc:docMk/>
          <pc:sldMk cId="1486121114" sldId="319"/>
        </pc:sldMkLst>
      </pc:sldChg>
      <pc:sldChg chg="modSp add del mod ord">
        <pc:chgData name="zarnain javed" userId="1d654521462ea197" providerId="LiveId" clId="{4184296D-76FB-4A69-8A26-CDEE08C8064A}" dt="2026-01-07T07:40:39.196" v="2600" actId="47"/>
        <pc:sldMkLst>
          <pc:docMk/>
          <pc:sldMk cId="996175421" sldId="320"/>
        </pc:sldMkLst>
      </pc:sldChg>
      <pc:sldChg chg="addSp delSp modSp add mod ord">
        <pc:chgData name="zarnain javed" userId="1d654521462ea197" providerId="LiveId" clId="{4184296D-76FB-4A69-8A26-CDEE08C8064A}" dt="2026-01-07T07:41:45.555" v="2611"/>
        <pc:sldMkLst>
          <pc:docMk/>
          <pc:sldMk cId="1529739724" sldId="321"/>
        </pc:sldMkLst>
        <pc:spChg chg="mod">
          <ac:chgData name="zarnain javed" userId="1d654521462ea197" providerId="LiveId" clId="{4184296D-76FB-4A69-8A26-CDEE08C8064A}" dt="2026-01-05T16:45:17.380" v="2424" actId="20577"/>
          <ac:spMkLst>
            <pc:docMk/>
            <pc:sldMk cId="1529739724" sldId="321"/>
            <ac:spMk id="8" creationId="{558133B4-95E3-2316-4925-A4ABA7EE7A78}"/>
          </ac:spMkLst>
        </pc:spChg>
        <pc:picChg chg="add del mod">
          <ac:chgData name="zarnain javed" userId="1d654521462ea197" providerId="LiveId" clId="{4184296D-76FB-4A69-8A26-CDEE08C8064A}" dt="2026-01-07T07:41:45.029" v="2610" actId="478"/>
          <ac:picMkLst>
            <pc:docMk/>
            <pc:sldMk cId="1529739724" sldId="321"/>
            <ac:picMk id="2" creationId="{1150FC95-D2A8-FAF8-1C6C-1C3B88CA1B60}"/>
          </ac:picMkLst>
        </pc:picChg>
        <pc:picChg chg="add mod">
          <ac:chgData name="zarnain javed" userId="1d654521462ea197" providerId="LiveId" clId="{4184296D-76FB-4A69-8A26-CDEE08C8064A}" dt="2026-01-07T07:41:45.555" v="2611"/>
          <ac:picMkLst>
            <pc:docMk/>
            <pc:sldMk cId="1529739724" sldId="321"/>
            <ac:picMk id="3" creationId="{7182023C-58EE-7555-4BB7-83C6EFD1E282}"/>
          </ac:picMkLst>
        </pc:picChg>
      </pc:sldChg>
      <pc:sldChg chg="addSp delSp modSp add mod">
        <pc:chgData name="zarnain javed" userId="1d654521462ea197" providerId="LiveId" clId="{4184296D-76FB-4A69-8A26-CDEE08C8064A}" dt="2026-01-07T07:41:49.124" v="2613"/>
        <pc:sldMkLst>
          <pc:docMk/>
          <pc:sldMk cId="4256712632" sldId="322"/>
        </pc:sldMkLst>
        <pc:spChg chg="mod">
          <ac:chgData name="zarnain javed" userId="1d654521462ea197" providerId="LiveId" clId="{4184296D-76FB-4A69-8A26-CDEE08C8064A}" dt="2026-01-05T16:47:02.891" v="2447" actId="20577"/>
          <ac:spMkLst>
            <pc:docMk/>
            <pc:sldMk cId="4256712632" sldId="322"/>
            <ac:spMk id="8" creationId="{4A0120A5-3ACE-9EDD-8F8A-06048FF84DB0}"/>
          </ac:spMkLst>
        </pc:spChg>
        <pc:picChg chg="add del mod">
          <ac:chgData name="zarnain javed" userId="1d654521462ea197" providerId="LiveId" clId="{4184296D-76FB-4A69-8A26-CDEE08C8064A}" dt="2026-01-07T07:41:48.668" v="2612" actId="478"/>
          <ac:picMkLst>
            <pc:docMk/>
            <pc:sldMk cId="4256712632" sldId="322"/>
            <ac:picMk id="2" creationId="{AD8A5E5B-C441-949F-E6AD-2581F801A153}"/>
          </ac:picMkLst>
        </pc:picChg>
        <pc:picChg chg="add mod">
          <ac:chgData name="zarnain javed" userId="1d654521462ea197" providerId="LiveId" clId="{4184296D-76FB-4A69-8A26-CDEE08C8064A}" dt="2026-01-07T07:41:49.124" v="2613"/>
          <ac:picMkLst>
            <pc:docMk/>
            <pc:sldMk cId="4256712632" sldId="322"/>
            <ac:picMk id="3" creationId="{3673EB9E-2C68-B563-7B2B-91F0E752DE04}"/>
          </ac:picMkLst>
        </pc:picChg>
      </pc:sldChg>
      <pc:sldChg chg="addSp delSp modSp add mod">
        <pc:chgData name="zarnain javed" userId="1d654521462ea197" providerId="LiveId" clId="{4184296D-76FB-4A69-8A26-CDEE08C8064A}" dt="2026-01-07T07:41:52.595" v="2615"/>
        <pc:sldMkLst>
          <pc:docMk/>
          <pc:sldMk cId="255100275" sldId="323"/>
        </pc:sldMkLst>
        <pc:spChg chg="mod">
          <ac:chgData name="zarnain javed" userId="1d654521462ea197" providerId="LiveId" clId="{4184296D-76FB-4A69-8A26-CDEE08C8064A}" dt="2026-01-05T16:45:53.894" v="2426" actId="2711"/>
          <ac:spMkLst>
            <pc:docMk/>
            <pc:sldMk cId="255100275" sldId="323"/>
            <ac:spMk id="8" creationId="{C83A1C9A-D282-AAD1-E82B-A33493B0E235}"/>
          </ac:spMkLst>
        </pc:spChg>
        <pc:picChg chg="add del mod">
          <ac:chgData name="zarnain javed" userId="1d654521462ea197" providerId="LiveId" clId="{4184296D-76FB-4A69-8A26-CDEE08C8064A}" dt="2026-01-07T07:41:52.156" v="2614" actId="478"/>
          <ac:picMkLst>
            <pc:docMk/>
            <pc:sldMk cId="255100275" sldId="323"/>
            <ac:picMk id="2" creationId="{6D6EB728-240B-1D0E-1F72-266FE9A66DD6}"/>
          </ac:picMkLst>
        </pc:picChg>
        <pc:picChg chg="add mod">
          <ac:chgData name="zarnain javed" userId="1d654521462ea197" providerId="LiveId" clId="{4184296D-76FB-4A69-8A26-CDEE08C8064A}" dt="2026-01-07T07:41:52.595" v="2615"/>
          <ac:picMkLst>
            <pc:docMk/>
            <pc:sldMk cId="255100275" sldId="323"/>
            <ac:picMk id="3" creationId="{E9189209-B8E6-D848-DE6B-3725165BF3CC}"/>
          </ac:picMkLst>
        </pc:picChg>
      </pc:sldChg>
      <pc:sldChg chg="addSp delSp modSp add mod setBg">
        <pc:chgData name="zarnain javed" userId="1d654521462ea197" providerId="LiveId" clId="{4184296D-76FB-4A69-8A26-CDEE08C8064A}" dt="2026-01-07T07:41:55.916" v="2617"/>
        <pc:sldMkLst>
          <pc:docMk/>
          <pc:sldMk cId="1230653370" sldId="324"/>
        </pc:sldMkLst>
        <pc:spChg chg="mod">
          <ac:chgData name="zarnain javed" userId="1d654521462ea197" providerId="LiveId" clId="{4184296D-76FB-4A69-8A26-CDEE08C8064A}" dt="2026-01-05T16:46:02.427" v="2427" actId="2711"/>
          <ac:spMkLst>
            <pc:docMk/>
            <pc:sldMk cId="1230653370" sldId="324"/>
            <ac:spMk id="8" creationId="{3AB6137D-DD66-6FCB-7BFD-B3E8DD5E4ECD}"/>
          </ac:spMkLst>
        </pc:spChg>
        <pc:picChg chg="add del mod">
          <ac:chgData name="zarnain javed" userId="1d654521462ea197" providerId="LiveId" clId="{4184296D-76FB-4A69-8A26-CDEE08C8064A}" dt="2026-01-07T07:41:55.438" v="2616" actId="478"/>
          <ac:picMkLst>
            <pc:docMk/>
            <pc:sldMk cId="1230653370" sldId="324"/>
            <ac:picMk id="2" creationId="{3FE10011-B8C1-2E1D-0448-E001877142FF}"/>
          </ac:picMkLst>
        </pc:picChg>
        <pc:picChg chg="add mod">
          <ac:chgData name="zarnain javed" userId="1d654521462ea197" providerId="LiveId" clId="{4184296D-76FB-4A69-8A26-CDEE08C8064A}" dt="2026-01-07T07:41:55.916" v="2617"/>
          <ac:picMkLst>
            <pc:docMk/>
            <pc:sldMk cId="1230653370" sldId="324"/>
            <ac:picMk id="3" creationId="{7322F007-BCDE-B451-7FE8-76DBBE59FD45}"/>
          </ac:picMkLst>
        </pc:picChg>
      </pc:sldChg>
      <pc:sldChg chg="modSp add del mod ord">
        <pc:chgData name="zarnain javed" userId="1d654521462ea197" providerId="LiveId" clId="{4184296D-76FB-4A69-8A26-CDEE08C8064A}" dt="2026-01-07T07:40:42.720" v="2601" actId="47"/>
        <pc:sldMkLst>
          <pc:docMk/>
          <pc:sldMk cId="1342802263" sldId="325"/>
        </pc:sldMkLst>
      </pc:sldChg>
      <pc:sldChg chg="addSp delSp modSp add mod">
        <pc:chgData name="zarnain javed" userId="1d654521462ea197" providerId="LiveId" clId="{4184296D-76FB-4A69-8A26-CDEE08C8064A}" dt="2026-01-07T07:58:25.467" v="2782" actId="20577"/>
        <pc:sldMkLst>
          <pc:docMk/>
          <pc:sldMk cId="1202567483" sldId="326"/>
        </pc:sldMkLst>
        <pc:spChg chg="mod">
          <ac:chgData name="zarnain javed" userId="1d654521462ea197" providerId="LiveId" clId="{4184296D-76FB-4A69-8A26-CDEE08C8064A}" dt="2026-01-07T07:58:25.467" v="2782" actId="20577"/>
          <ac:spMkLst>
            <pc:docMk/>
            <pc:sldMk cId="1202567483" sldId="326"/>
            <ac:spMk id="3" creationId="{AD86658F-507C-006B-DCF3-7E02A9FA8C0E}"/>
          </ac:spMkLst>
        </pc:spChg>
        <pc:picChg chg="add mod">
          <ac:chgData name="zarnain javed" userId="1d654521462ea197" providerId="LiveId" clId="{4184296D-76FB-4A69-8A26-CDEE08C8064A}" dt="2026-01-07T07:42:19.452" v="2631"/>
          <ac:picMkLst>
            <pc:docMk/>
            <pc:sldMk cId="1202567483" sldId="326"/>
            <ac:picMk id="2" creationId="{64ABE169-627D-24A0-FAF4-00360ACEBCA1}"/>
          </ac:picMkLst>
        </pc:picChg>
        <pc:picChg chg="del mod">
          <ac:chgData name="zarnain javed" userId="1d654521462ea197" providerId="LiveId" clId="{4184296D-76FB-4A69-8A26-CDEE08C8064A}" dt="2026-01-07T07:42:19.011" v="2630" actId="478"/>
          <ac:picMkLst>
            <pc:docMk/>
            <pc:sldMk cId="1202567483" sldId="326"/>
            <ac:picMk id="5" creationId="{6B8FB615-F7C3-F7A8-E190-86D04C106F34}"/>
          </ac:picMkLst>
        </pc:picChg>
      </pc:sldChg>
      <pc:sldChg chg="modSp add del mod">
        <pc:chgData name="zarnain javed" userId="1d654521462ea197" providerId="LiveId" clId="{4184296D-76FB-4A69-8A26-CDEE08C8064A}" dt="2026-01-05T07:05:16.155" v="1070" actId="2890"/>
        <pc:sldMkLst>
          <pc:docMk/>
          <pc:sldMk cId="2774358448" sldId="326"/>
        </pc:sldMkLst>
      </pc:sldChg>
      <pc:sldChg chg="addSp delSp modSp add del mod">
        <pc:chgData name="zarnain javed" userId="1d654521462ea197" providerId="LiveId" clId="{4184296D-76FB-4A69-8A26-CDEE08C8064A}" dt="2026-01-05T08:08:14.812" v="1696" actId="47"/>
        <pc:sldMkLst>
          <pc:docMk/>
          <pc:sldMk cId="3328417917" sldId="327"/>
        </pc:sldMkLst>
      </pc:sldChg>
      <pc:sldChg chg="addSp delSp modSp add mod">
        <pc:chgData name="zarnain javed" userId="1d654521462ea197" providerId="LiveId" clId="{4184296D-76FB-4A69-8A26-CDEE08C8064A}" dt="2026-01-07T07:42:08.874" v="2625"/>
        <pc:sldMkLst>
          <pc:docMk/>
          <pc:sldMk cId="641619047" sldId="328"/>
        </pc:sldMkLst>
        <pc:picChg chg="del">
          <ac:chgData name="zarnain javed" userId="1d654521462ea197" providerId="LiveId" clId="{4184296D-76FB-4A69-8A26-CDEE08C8064A}" dt="2026-01-07T07:42:08.435" v="2624" actId="478"/>
          <ac:picMkLst>
            <pc:docMk/>
            <pc:sldMk cId="641619047" sldId="328"/>
            <ac:picMk id="3" creationId="{9A7AB330-0A8A-5851-3470-7B8B74013354}"/>
          </ac:picMkLst>
        </pc:picChg>
        <pc:picChg chg="add mod">
          <ac:chgData name="zarnain javed" userId="1d654521462ea197" providerId="LiveId" clId="{4184296D-76FB-4A69-8A26-CDEE08C8064A}" dt="2026-01-07T07:42:08.874" v="2625"/>
          <ac:picMkLst>
            <pc:docMk/>
            <pc:sldMk cId="641619047" sldId="328"/>
            <ac:picMk id="6" creationId="{BE18E2D0-7F97-3223-0473-458AD5BE9D9A}"/>
          </ac:picMkLst>
        </pc:picChg>
        <pc:picChg chg="add mod modCrop">
          <ac:chgData name="zarnain javed" userId="1d654521462ea197" providerId="LiveId" clId="{4184296D-76FB-4A69-8A26-CDEE08C8064A}" dt="2026-01-05T08:08:08.084" v="1695" actId="1076"/>
          <ac:picMkLst>
            <pc:docMk/>
            <pc:sldMk cId="641619047" sldId="328"/>
            <ac:picMk id="11" creationId="{CD6DB506-A0BB-E098-D2D0-8CE7D1545CC7}"/>
          </ac:picMkLst>
        </pc:picChg>
      </pc:sldChg>
      <pc:sldChg chg="addSp delSp modSp add mod">
        <pc:chgData name="zarnain javed" userId="1d654521462ea197" providerId="LiveId" clId="{4184296D-76FB-4A69-8A26-CDEE08C8064A}" dt="2026-01-07T07:45:41.090" v="2637" actId="20577"/>
        <pc:sldMkLst>
          <pc:docMk/>
          <pc:sldMk cId="2796431548" sldId="329"/>
        </pc:sldMkLst>
        <pc:spChg chg="mod">
          <ac:chgData name="zarnain javed" userId="1d654521462ea197" providerId="LiveId" clId="{4184296D-76FB-4A69-8A26-CDEE08C8064A}" dt="2026-01-07T07:45:41.090" v="2637" actId="20577"/>
          <ac:spMkLst>
            <pc:docMk/>
            <pc:sldMk cId="2796431548" sldId="329"/>
            <ac:spMk id="8" creationId="{C981F6FC-FB6C-7EB8-A8F4-F94C1CAA1B5F}"/>
          </ac:spMkLst>
        </pc:spChg>
        <pc:spChg chg="mod">
          <ac:chgData name="zarnain javed" userId="1d654521462ea197" providerId="LiveId" clId="{4184296D-76FB-4A69-8A26-CDEE08C8064A}" dt="2026-01-05T16:11:18.833" v="1883" actId="2711"/>
          <ac:spMkLst>
            <pc:docMk/>
            <pc:sldMk cId="2796431548" sldId="329"/>
            <ac:spMk id="139" creationId="{E90C9FF6-D7D0-FDDB-6F26-4AB0FB6FCAF2}"/>
          </ac:spMkLst>
        </pc:spChg>
        <pc:picChg chg="add mod">
          <ac:chgData name="zarnain javed" userId="1d654521462ea197" providerId="LiveId" clId="{4184296D-76FB-4A69-8A26-CDEE08C8064A}" dt="2026-01-05T16:13:33.303" v="1888" actId="1076"/>
          <ac:picMkLst>
            <pc:docMk/>
            <pc:sldMk cId="2796431548" sldId="329"/>
            <ac:picMk id="5" creationId="{9D5B1972-083A-6563-CA06-D16DE83C6792}"/>
          </ac:picMkLst>
        </pc:picChg>
        <pc:picChg chg="mod">
          <ac:chgData name="zarnain javed" userId="1d654521462ea197" providerId="LiveId" clId="{4184296D-76FB-4A69-8A26-CDEE08C8064A}" dt="2026-01-07T07:38:18.202" v="2580" actId="1076"/>
          <ac:picMkLst>
            <pc:docMk/>
            <pc:sldMk cId="2796431548" sldId="329"/>
            <ac:picMk id="9" creationId="{C2685F89-DB6F-464F-924B-E2054380ECEE}"/>
          </ac:picMkLst>
        </pc:picChg>
      </pc:sldChg>
      <pc:sldChg chg="addSp delSp modSp add mod">
        <pc:chgData name="zarnain javed" userId="1d654521462ea197" providerId="LiveId" clId="{4184296D-76FB-4A69-8A26-CDEE08C8064A}" dt="2026-01-07T07:45:47.132" v="2638" actId="20577"/>
        <pc:sldMkLst>
          <pc:docMk/>
          <pc:sldMk cId="3507152430" sldId="330"/>
        </pc:sldMkLst>
        <pc:spChg chg="mod">
          <ac:chgData name="zarnain javed" userId="1d654521462ea197" providerId="LiveId" clId="{4184296D-76FB-4A69-8A26-CDEE08C8064A}" dt="2026-01-07T07:45:47.132" v="2638" actId="20577"/>
          <ac:spMkLst>
            <pc:docMk/>
            <pc:sldMk cId="3507152430" sldId="330"/>
            <ac:spMk id="8" creationId="{FE2BF7F3-4F62-F2A5-DCA7-64F57C50F8B5}"/>
          </ac:spMkLst>
        </pc:spChg>
        <pc:spChg chg="mod">
          <ac:chgData name="zarnain javed" userId="1d654521462ea197" providerId="LiveId" clId="{4184296D-76FB-4A69-8A26-CDEE08C8064A}" dt="2026-01-05T16:11:27.397" v="1884" actId="2711"/>
          <ac:spMkLst>
            <pc:docMk/>
            <pc:sldMk cId="3507152430" sldId="330"/>
            <ac:spMk id="139" creationId="{6B8B0C18-DE19-9056-2E06-42B37D55CB6A}"/>
          </ac:spMkLst>
        </pc:spChg>
        <pc:picChg chg="add mod">
          <ac:chgData name="zarnain javed" userId="1d654521462ea197" providerId="LiveId" clId="{4184296D-76FB-4A69-8A26-CDEE08C8064A}" dt="2026-01-07T07:38:32.587" v="2582"/>
          <ac:picMkLst>
            <pc:docMk/>
            <pc:sldMk cId="3507152430" sldId="330"/>
            <ac:picMk id="2" creationId="{F80E1B52-4269-2A8E-DFF9-D5F359ABFA84}"/>
          </ac:picMkLst>
        </pc:picChg>
        <pc:picChg chg="add mod">
          <ac:chgData name="zarnain javed" userId="1d654521462ea197" providerId="LiveId" clId="{4184296D-76FB-4A69-8A26-CDEE08C8064A}" dt="2026-01-05T16:33:40.991" v="2265" actId="1076"/>
          <ac:picMkLst>
            <pc:docMk/>
            <pc:sldMk cId="3507152430" sldId="330"/>
            <ac:picMk id="6" creationId="{CC48DEB3-4EF9-2E39-8DC5-2F3CE1BB4172}"/>
          </ac:picMkLst>
        </pc:picChg>
        <pc:picChg chg="del mod">
          <ac:chgData name="zarnain javed" userId="1d654521462ea197" providerId="LiveId" clId="{4184296D-76FB-4A69-8A26-CDEE08C8064A}" dt="2026-01-07T07:38:31.812" v="2581" actId="478"/>
          <ac:picMkLst>
            <pc:docMk/>
            <pc:sldMk cId="3507152430" sldId="330"/>
            <ac:picMk id="9" creationId="{91803632-EC7E-F853-A7BB-2EC5FE794C69}"/>
          </ac:picMkLst>
        </pc:picChg>
      </pc:sldChg>
      <pc:sldChg chg="addSp delSp modSp add mod">
        <pc:chgData name="zarnain javed" userId="1d654521462ea197" providerId="LiveId" clId="{4184296D-76FB-4A69-8A26-CDEE08C8064A}" dt="2026-01-07T07:38:38.286" v="2584"/>
        <pc:sldMkLst>
          <pc:docMk/>
          <pc:sldMk cId="4253977195" sldId="331"/>
        </pc:sldMkLst>
        <pc:spChg chg="mod">
          <ac:chgData name="zarnain javed" userId="1d654521462ea197" providerId="LiveId" clId="{4184296D-76FB-4A69-8A26-CDEE08C8064A}" dt="2026-01-05T16:11:39.466" v="1885" actId="2711"/>
          <ac:spMkLst>
            <pc:docMk/>
            <pc:sldMk cId="4253977195" sldId="331"/>
            <ac:spMk id="139" creationId="{4A797654-1D97-0999-A91F-FE3FA2CF3755}"/>
          </ac:spMkLst>
        </pc:spChg>
        <pc:picChg chg="add mod">
          <ac:chgData name="zarnain javed" userId="1d654521462ea197" providerId="LiveId" clId="{4184296D-76FB-4A69-8A26-CDEE08C8064A}" dt="2026-01-07T07:38:38.286" v="2584"/>
          <ac:picMkLst>
            <pc:docMk/>
            <pc:sldMk cId="4253977195" sldId="331"/>
            <ac:picMk id="2" creationId="{B4F46385-2EB4-FB8E-A7E1-5B4D86A07410}"/>
          </ac:picMkLst>
        </pc:picChg>
        <pc:picChg chg="add mod">
          <ac:chgData name="zarnain javed" userId="1d654521462ea197" providerId="LiveId" clId="{4184296D-76FB-4A69-8A26-CDEE08C8064A}" dt="2026-01-05T16:28:16.171" v="2216" actId="1076"/>
          <ac:picMkLst>
            <pc:docMk/>
            <pc:sldMk cId="4253977195" sldId="331"/>
            <ac:picMk id="5" creationId="{98C1A8D3-42F6-99DD-05DF-868B6AE68A61}"/>
          </ac:picMkLst>
        </pc:picChg>
        <pc:picChg chg="del">
          <ac:chgData name="zarnain javed" userId="1d654521462ea197" providerId="LiveId" clId="{4184296D-76FB-4A69-8A26-CDEE08C8064A}" dt="2026-01-07T07:38:37.466" v="2583" actId="478"/>
          <ac:picMkLst>
            <pc:docMk/>
            <pc:sldMk cId="4253977195" sldId="331"/>
            <ac:picMk id="9" creationId="{D7D14FD7-B88A-03EA-05A0-8D988E65A3DD}"/>
          </ac:picMkLst>
        </pc:picChg>
      </pc:sldChg>
      <pc:sldChg chg="addSp delSp add del mod">
        <pc:chgData name="zarnain javed" userId="1d654521462ea197" providerId="LiveId" clId="{4184296D-76FB-4A69-8A26-CDEE08C8064A}" dt="2026-01-05T16:35:30.141" v="2269" actId="2890"/>
        <pc:sldMkLst>
          <pc:docMk/>
          <pc:sldMk cId="426354089" sldId="332"/>
        </pc:sldMkLst>
      </pc:sldChg>
      <pc:sldChg chg="addSp delSp modSp add mod ord">
        <pc:chgData name="zarnain javed" userId="1d654521462ea197" providerId="LiveId" clId="{4184296D-76FB-4A69-8A26-CDEE08C8064A}" dt="2026-01-07T07:40:11.294" v="2594"/>
        <pc:sldMkLst>
          <pc:docMk/>
          <pc:sldMk cId="1997697374" sldId="332"/>
        </pc:sldMkLst>
        <pc:spChg chg="mod">
          <ac:chgData name="zarnain javed" userId="1d654521462ea197" providerId="LiveId" clId="{4184296D-76FB-4A69-8A26-CDEE08C8064A}" dt="2026-01-05T16:37:59.394" v="2323" actId="20577"/>
          <ac:spMkLst>
            <pc:docMk/>
            <pc:sldMk cId="1997697374" sldId="332"/>
            <ac:spMk id="8" creationId="{E0272D87-0D8D-0EAC-3715-98973CD94E22}"/>
          </ac:spMkLst>
        </pc:spChg>
        <pc:spChg chg="mod">
          <ac:chgData name="zarnain javed" userId="1d654521462ea197" providerId="LiveId" clId="{4184296D-76FB-4A69-8A26-CDEE08C8064A}" dt="2026-01-05T16:51:31.262" v="2512" actId="20577"/>
          <ac:spMkLst>
            <pc:docMk/>
            <pc:sldMk cId="1997697374" sldId="332"/>
            <ac:spMk id="139" creationId="{0E027B2E-6ED5-884D-7E48-13F1F11F12B8}"/>
          </ac:spMkLst>
        </pc:spChg>
        <pc:picChg chg="add mod">
          <ac:chgData name="zarnain javed" userId="1d654521462ea197" providerId="LiveId" clId="{4184296D-76FB-4A69-8A26-CDEE08C8064A}" dt="2026-01-07T07:40:11.294" v="2594"/>
          <ac:picMkLst>
            <pc:docMk/>
            <pc:sldMk cId="1997697374" sldId="332"/>
            <ac:picMk id="2" creationId="{CB443B2B-87B9-CEB9-A953-3A3528E5BA01}"/>
          </ac:picMkLst>
        </pc:picChg>
        <pc:picChg chg="del">
          <ac:chgData name="zarnain javed" userId="1d654521462ea197" providerId="LiveId" clId="{4184296D-76FB-4A69-8A26-CDEE08C8064A}" dt="2026-01-07T07:40:10.640" v="2593" actId="478"/>
          <ac:picMkLst>
            <pc:docMk/>
            <pc:sldMk cId="1997697374" sldId="332"/>
            <ac:picMk id="9" creationId="{B6E926DC-DCEA-2F0E-F993-49D3A4ADCBEC}"/>
          </ac:picMkLst>
        </pc:picChg>
      </pc:sldChg>
      <pc:sldChg chg="add del">
        <pc:chgData name="zarnain javed" userId="1d654521462ea197" providerId="LiveId" clId="{4184296D-76FB-4A69-8A26-CDEE08C8064A}" dt="2026-01-07T07:40:36.641" v="2599" actId="47"/>
        <pc:sldMkLst>
          <pc:docMk/>
          <pc:sldMk cId="3403741837" sldId="333"/>
        </pc:sldMkLst>
      </pc:sldChg>
      <pc:sldChg chg="addSp delSp modSp add mod ord">
        <pc:chgData name="zarnain javed" userId="1d654521462ea197" providerId="LiveId" clId="{4184296D-76FB-4A69-8A26-CDEE08C8064A}" dt="2026-01-07T07:41:15.750" v="2605"/>
        <pc:sldMkLst>
          <pc:docMk/>
          <pc:sldMk cId="2868023302" sldId="334"/>
        </pc:sldMkLst>
        <pc:spChg chg="mod">
          <ac:chgData name="zarnain javed" userId="1d654521462ea197" providerId="LiveId" clId="{4184296D-76FB-4A69-8A26-CDEE08C8064A}" dt="2026-01-05T16:42:04.387" v="2367" actId="5793"/>
          <ac:spMkLst>
            <pc:docMk/>
            <pc:sldMk cId="2868023302" sldId="334"/>
            <ac:spMk id="7" creationId="{B7326F42-BB10-C788-B3DA-9B1A6A8E39DF}"/>
          </ac:spMkLst>
        </pc:spChg>
        <pc:spChg chg="mod">
          <ac:chgData name="zarnain javed" userId="1d654521462ea197" providerId="LiveId" clId="{4184296D-76FB-4A69-8A26-CDEE08C8064A}" dt="2026-01-05T16:41:09.014" v="2353" actId="207"/>
          <ac:spMkLst>
            <pc:docMk/>
            <pc:sldMk cId="2868023302" sldId="334"/>
            <ac:spMk id="181" creationId="{2ED564FD-CD99-DBA4-94F1-2B367890FC88}"/>
          </ac:spMkLst>
        </pc:spChg>
        <pc:picChg chg="add mod">
          <ac:chgData name="zarnain javed" userId="1d654521462ea197" providerId="LiveId" clId="{4184296D-76FB-4A69-8A26-CDEE08C8064A}" dt="2026-01-07T07:41:15.750" v="2605"/>
          <ac:picMkLst>
            <pc:docMk/>
            <pc:sldMk cId="2868023302" sldId="334"/>
            <ac:picMk id="2" creationId="{E0729558-BDD4-CDCD-CA7C-D8796EE5BFD1}"/>
          </ac:picMkLst>
        </pc:picChg>
        <pc:picChg chg="del">
          <ac:chgData name="zarnain javed" userId="1d654521462ea197" providerId="LiveId" clId="{4184296D-76FB-4A69-8A26-CDEE08C8064A}" dt="2026-01-07T07:41:15.316" v="2604" actId="478"/>
          <ac:picMkLst>
            <pc:docMk/>
            <pc:sldMk cId="2868023302" sldId="334"/>
            <ac:picMk id="4" creationId="{EB58BE72-339F-FAD9-63D8-8716B4E91F20}"/>
          </ac:picMkLst>
        </pc:picChg>
      </pc:sldChg>
      <pc:sldMasterChg chg="setBg modSldLayout">
        <pc:chgData name="zarnain javed" userId="1d654521462ea197" providerId="LiveId" clId="{4184296D-76FB-4A69-8A26-CDEE08C8064A}" dt="2026-01-05T06:45:00.993" v="817"/>
        <pc:sldMasterMkLst>
          <pc:docMk/>
          <pc:sldMasterMk cId="0" sldId="2147483648"/>
        </pc:sldMasterMkLst>
        <pc:sldLayoutChg chg="setBg">
          <pc:chgData name="zarnain javed" userId="1d654521462ea197" providerId="LiveId" clId="{4184296D-76FB-4A69-8A26-CDEE08C8064A}" dt="2026-01-05T06:45:00.993" v="817"/>
          <pc:sldLayoutMkLst>
            <pc:docMk/>
            <pc:sldMasterMk cId="0" sldId="2147483648"/>
            <pc:sldLayoutMk cId="0" sldId="2147483649"/>
          </pc:sldLayoutMkLst>
        </pc:sldLayoutChg>
        <pc:sldLayoutChg chg="setBg">
          <pc:chgData name="zarnain javed" userId="1d654521462ea197" providerId="LiveId" clId="{4184296D-76FB-4A69-8A26-CDEE08C8064A}" dt="2026-01-05T06:45:00.993" v="817"/>
          <pc:sldLayoutMkLst>
            <pc:docMk/>
            <pc:sldMasterMk cId="0" sldId="2147483648"/>
            <pc:sldLayoutMk cId="0" sldId="2147483650"/>
          </pc:sldLayoutMkLst>
        </pc:sldLayoutChg>
        <pc:sldLayoutChg chg="setBg">
          <pc:chgData name="zarnain javed" userId="1d654521462ea197" providerId="LiveId" clId="{4184296D-76FB-4A69-8A26-CDEE08C8064A}" dt="2026-01-05T06:45:00.993" v="817"/>
          <pc:sldLayoutMkLst>
            <pc:docMk/>
            <pc:sldMasterMk cId="0" sldId="2147483648"/>
            <pc:sldLayoutMk cId="0" sldId="2147483651"/>
          </pc:sldLayoutMkLst>
        </pc:sldLayoutChg>
        <pc:sldLayoutChg chg="setBg">
          <pc:chgData name="zarnain javed" userId="1d654521462ea197" providerId="LiveId" clId="{4184296D-76FB-4A69-8A26-CDEE08C8064A}" dt="2026-01-05T06:45:00.993" v="817"/>
          <pc:sldLayoutMkLst>
            <pc:docMk/>
            <pc:sldMasterMk cId="0" sldId="2147483648"/>
            <pc:sldLayoutMk cId="0" sldId="2147483652"/>
          </pc:sldLayoutMkLst>
        </pc:sldLayoutChg>
        <pc:sldLayoutChg chg="setBg">
          <pc:chgData name="zarnain javed" userId="1d654521462ea197" providerId="LiveId" clId="{4184296D-76FB-4A69-8A26-CDEE08C8064A}" dt="2026-01-05T06:45:00.993" v="817"/>
          <pc:sldLayoutMkLst>
            <pc:docMk/>
            <pc:sldMasterMk cId="0" sldId="2147483648"/>
            <pc:sldLayoutMk cId="0" sldId="2147483653"/>
          </pc:sldLayoutMkLst>
        </pc:sldLayoutChg>
        <pc:sldLayoutChg chg="setBg">
          <pc:chgData name="zarnain javed" userId="1d654521462ea197" providerId="LiveId" clId="{4184296D-76FB-4A69-8A26-CDEE08C8064A}" dt="2026-01-05T06:45:00.993" v="817"/>
          <pc:sldLayoutMkLst>
            <pc:docMk/>
            <pc:sldMasterMk cId="0" sldId="2147483648"/>
            <pc:sldLayoutMk cId="0" sldId="2147483654"/>
          </pc:sldLayoutMkLst>
        </pc:sldLayoutChg>
        <pc:sldLayoutChg chg="setBg">
          <pc:chgData name="zarnain javed" userId="1d654521462ea197" providerId="LiveId" clId="{4184296D-76FB-4A69-8A26-CDEE08C8064A}" dt="2026-01-05T06:45:00.993" v="817"/>
          <pc:sldLayoutMkLst>
            <pc:docMk/>
            <pc:sldMasterMk cId="0" sldId="2147483648"/>
            <pc:sldLayoutMk cId="0" sldId="2147483655"/>
          </pc:sldLayoutMkLst>
        </pc:sldLayoutChg>
        <pc:sldLayoutChg chg="setBg">
          <pc:chgData name="zarnain javed" userId="1d654521462ea197" providerId="LiveId" clId="{4184296D-76FB-4A69-8A26-CDEE08C8064A}" dt="2026-01-05T06:45:00.993" v="817"/>
          <pc:sldLayoutMkLst>
            <pc:docMk/>
            <pc:sldMasterMk cId="0" sldId="2147483648"/>
            <pc:sldLayoutMk cId="0" sldId="2147483656"/>
          </pc:sldLayoutMkLst>
        </pc:sldLayoutChg>
        <pc:sldLayoutChg chg="setBg">
          <pc:chgData name="zarnain javed" userId="1d654521462ea197" providerId="LiveId" clId="{4184296D-76FB-4A69-8A26-CDEE08C8064A}" dt="2026-01-05T06:45:00.993" v="817"/>
          <pc:sldLayoutMkLst>
            <pc:docMk/>
            <pc:sldMasterMk cId="0" sldId="2147483648"/>
            <pc:sldLayoutMk cId="0" sldId="2147483657"/>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t>1/7/2026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lang="en-US"/>
          </a:p>
        </p:txBody>
      </p:sp>
      <p:sp>
        <p:nvSpPr>
          <p:cNvPr id="88" name="Google Shape;88;p1: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Project Title</a:t>
            </a:r>
          </a:p>
        </p:txBody>
      </p:sp>
      <p:sp>
        <p:nvSpPr>
          <p:cNvPr id="89" name="Google Shape;89;p1: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P1-P1-S-20-01</a:t>
            </a:r>
          </a:p>
        </p:txBody>
      </p:sp>
      <p:sp>
        <p:nvSpPr>
          <p:cNvPr id="90" name="Google Shape;90;p1: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9/10/2021</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B2DDBE10-39B3-E8B5-A1AE-6F5E8F739743}"/>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4F41EDE8-6602-194D-BBFD-87B996A41CD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p4:notes">
            <a:extLst>
              <a:ext uri="{FF2B5EF4-FFF2-40B4-BE49-F238E27FC236}">
                <a16:creationId xmlns:a16="http://schemas.microsoft.com/office/drawing/2014/main" id="{03D2CF29-A8A2-ACD6-69CF-09BAE6524F5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4:notes">
            <a:extLst>
              <a:ext uri="{FF2B5EF4-FFF2-40B4-BE49-F238E27FC236}">
                <a16:creationId xmlns:a16="http://schemas.microsoft.com/office/drawing/2014/main" id="{A3DF8989-DAC1-0D30-C855-946012CBECF5}"/>
              </a:ext>
            </a:extLst>
          </p:cNvPr>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P1-P1-S-20-01</a:t>
            </a:r>
          </a:p>
        </p:txBody>
      </p:sp>
      <p:sp>
        <p:nvSpPr>
          <p:cNvPr id="121" name="Google Shape;121;p4:notes">
            <a:extLst>
              <a:ext uri="{FF2B5EF4-FFF2-40B4-BE49-F238E27FC236}">
                <a16:creationId xmlns:a16="http://schemas.microsoft.com/office/drawing/2014/main" id="{D85856E2-FA1B-2EDE-1ED1-EAE98758ACE5}"/>
              </a:ext>
            </a:extLst>
          </p:cNvPr>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9/10/2021</a:t>
            </a:r>
          </a:p>
        </p:txBody>
      </p:sp>
      <p:sp>
        <p:nvSpPr>
          <p:cNvPr id="122" name="Google Shape;122;p4:notes">
            <a:extLst>
              <a:ext uri="{FF2B5EF4-FFF2-40B4-BE49-F238E27FC236}">
                <a16:creationId xmlns:a16="http://schemas.microsoft.com/office/drawing/2014/main" id="{85C3D69B-FE8B-1C2E-D48C-5F2C1001C451}"/>
              </a:ext>
            </a:extLst>
          </p:cNvPr>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Project Title</a:t>
            </a:r>
          </a:p>
        </p:txBody>
      </p:sp>
      <p:sp>
        <p:nvSpPr>
          <p:cNvPr id="123" name="Google Shape;123;p4:notes">
            <a:extLst>
              <a:ext uri="{FF2B5EF4-FFF2-40B4-BE49-F238E27FC236}">
                <a16:creationId xmlns:a16="http://schemas.microsoft.com/office/drawing/2014/main" id="{23FA799C-FB53-2374-2EE8-69BD794B790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lang="en-US"/>
          </a:p>
        </p:txBody>
      </p:sp>
    </p:spTree>
    <p:extLst>
      <p:ext uri="{BB962C8B-B14F-4D97-AF65-F5344CB8AC3E}">
        <p14:creationId xmlns:p14="http://schemas.microsoft.com/office/powerpoint/2010/main" val="17498996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4: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P1-P1-S-20-01</a:t>
            </a:r>
          </a:p>
        </p:txBody>
      </p:sp>
      <p:sp>
        <p:nvSpPr>
          <p:cNvPr id="121" name="Google Shape;121;p4: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9/10/2021</a:t>
            </a:r>
          </a:p>
        </p:txBody>
      </p:sp>
      <p:sp>
        <p:nvSpPr>
          <p:cNvPr id="122" name="Google Shape;122;p4: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Project Title</a:t>
            </a:r>
          </a:p>
        </p:txBody>
      </p:sp>
      <p:sp>
        <p:nvSpPr>
          <p:cNvPr id="123" name="Google Shape;123;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5: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P1-P1-S-20-01</a:t>
            </a:r>
          </a:p>
        </p:txBody>
      </p:sp>
      <p:sp>
        <p:nvSpPr>
          <p:cNvPr id="135" name="Google Shape;135;p5: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9/10/2021</a:t>
            </a:r>
          </a:p>
        </p:txBody>
      </p:sp>
      <p:sp>
        <p:nvSpPr>
          <p:cNvPr id="136" name="Google Shape;136;p5: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Project Title</a:t>
            </a:r>
          </a:p>
        </p:txBody>
      </p:sp>
      <p:sp>
        <p:nvSpPr>
          <p:cNvPr id="137" name="Google Shape;137;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DBDC62BA-8875-21F3-57DE-3332BD47C344}"/>
            </a:ext>
          </a:extLst>
        </p:cNvPr>
        <p:cNvGrpSpPr/>
        <p:nvPr/>
      </p:nvGrpSpPr>
      <p:grpSpPr>
        <a:xfrm>
          <a:off x="0" y="0"/>
          <a:ext cx="0" cy="0"/>
          <a:chOff x="0" y="0"/>
          <a:chExt cx="0" cy="0"/>
        </a:xfrm>
      </p:grpSpPr>
      <p:sp>
        <p:nvSpPr>
          <p:cNvPr id="132" name="Google Shape;132;p5:notes">
            <a:extLst>
              <a:ext uri="{FF2B5EF4-FFF2-40B4-BE49-F238E27FC236}">
                <a16:creationId xmlns:a16="http://schemas.microsoft.com/office/drawing/2014/main" id="{1B60F488-6B27-3163-E9AC-D7CDFE34849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5:notes">
            <a:extLst>
              <a:ext uri="{FF2B5EF4-FFF2-40B4-BE49-F238E27FC236}">
                <a16:creationId xmlns:a16="http://schemas.microsoft.com/office/drawing/2014/main" id="{48F1B590-0CF4-7D6F-30D0-14BC6A13EF2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5:notes">
            <a:extLst>
              <a:ext uri="{FF2B5EF4-FFF2-40B4-BE49-F238E27FC236}">
                <a16:creationId xmlns:a16="http://schemas.microsoft.com/office/drawing/2014/main" id="{A839CB0A-CFCF-5408-8EAB-7800322C0653}"/>
              </a:ext>
            </a:extLst>
          </p:cNvPr>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P1-P1-S-20-01</a:t>
            </a:r>
          </a:p>
        </p:txBody>
      </p:sp>
      <p:sp>
        <p:nvSpPr>
          <p:cNvPr id="135" name="Google Shape;135;p5:notes">
            <a:extLst>
              <a:ext uri="{FF2B5EF4-FFF2-40B4-BE49-F238E27FC236}">
                <a16:creationId xmlns:a16="http://schemas.microsoft.com/office/drawing/2014/main" id="{A93A13DC-EE3C-E046-7313-905B5DAFFDC6}"/>
              </a:ext>
            </a:extLst>
          </p:cNvPr>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9/10/2021</a:t>
            </a:r>
          </a:p>
        </p:txBody>
      </p:sp>
      <p:sp>
        <p:nvSpPr>
          <p:cNvPr id="136" name="Google Shape;136;p5:notes">
            <a:extLst>
              <a:ext uri="{FF2B5EF4-FFF2-40B4-BE49-F238E27FC236}">
                <a16:creationId xmlns:a16="http://schemas.microsoft.com/office/drawing/2014/main" id="{35486BCD-398C-DFB6-704F-904213C7AD8F}"/>
              </a:ext>
            </a:extLst>
          </p:cNvPr>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Project Title</a:t>
            </a:r>
          </a:p>
        </p:txBody>
      </p:sp>
      <p:sp>
        <p:nvSpPr>
          <p:cNvPr id="137" name="Google Shape;137;p5:notes">
            <a:extLst>
              <a:ext uri="{FF2B5EF4-FFF2-40B4-BE49-F238E27FC236}">
                <a16:creationId xmlns:a16="http://schemas.microsoft.com/office/drawing/2014/main" id="{AEF59ECB-AE63-11EA-1509-6F0825D9337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lang="en-US"/>
          </a:p>
        </p:txBody>
      </p:sp>
    </p:spTree>
    <p:extLst>
      <p:ext uri="{BB962C8B-B14F-4D97-AF65-F5344CB8AC3E}">
        <p14:creationId xmlns:p14="http://schemas.microsoft.com/office/powerpoint/2010/main" val="3593216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6BE1D326-29B2-C8EA-9F4B-26857A70A740}"/>
            </a:ext>
          </a:extLst>
        </p:cNvPr>
        <p:cNvGrpSpPr/>
        <p:nvPr/>
      </p:nvGrpSpPr>
      <p:grpSpPr>
        <a:xfrm>
          <a:off x="0" y="0"/>
          <a:ext cx="0" cy="0"/>
          <a:chOff x="0" y="0"/>
          <a:chExt cx="0" cy="0"/>
        </a:xfrm>
      </p:grpSpPr>
      <p:sp>
        <p:nvSpPr>
          <p:cNvPr id="132" name="Google Shape;132;p5:notes">
            <a:extLst>
              <a:ext uri="{FF2B5EF4-FFF2-40B4-BE49-F238E27FC236}">
                <a16:creationId xmlns:a16="http://schemas.microsoft.com/office/drawing/2014/main" id="{0C359A73-EBA4-30CD-219C-A83167F9265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5:notes">
            <a:extLst>
              <a:ext uri="{FF2B5EF4-FFF2-40B4-BE49-F238E27FC236}">
                <a16:creationId xmlns:a16="http://schemas.microsoft.com/office/drawing/2014/main" id="{D1CDC9C4-15F5-5FA0-FA01-61E5F4696F3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5:notes">
            <a:extLst>
              <a:ext uri="{FF2B5EF4-FFF2-40B4-BE49-F238E27FC236}">
                <a16:creationId xmlns:a16="http://schemas.microsoft.com/office/drawing/2014/main" id="{123D4CA7-3128-113F-36DE-072619D1C312}"/>
              </a:ext>
            </a:extLst>
          </p:cNvPr>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P1-P1-S-20-01</a:t>
            </a:r>
          </a:p>
        </p:txBody>
      </p:sp>
      <p:sp>
        <p:nvSpPr>
          <p:cNvPr id="135" name="Google Shape;135;p5:notes">
            <a:extLst>
              <a:ext uri="{FF2B5EF4-FFF2-40B4-BE49-F238E27FC236}">
                <a16:creationId xmlns:a16="http://schemas.microsoft.com/office/drawing/2014/main" id="{4AF8BFF6-D2E2-2DFC-8D58-C6880A5BA9A4}"/>
              </a:ext>
            </a:extLst>
          </p:cNvPr>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9/10/2021</a:t>
            </a:r>
          </a:p>
        </p:txBody>
      </p:sp>
      <p:sp>
        <p:nvSpPr>
          <p:cNvPr id="136" name="Google Shape;136;p5:notes">
            <a:extLst>
              <a:ext uri="{FF2B5EF4-FFF2-40B4-BE49-F238E27FC236}">
                <a16:creationId xmlns:a16="http://schemas.microsoft.com/office/drawing/2014/main" id="{084A1566-D03D-E7BA-B6E7-927CBAA597E4}"/>
              </a:ext>
            </a:extLst>
          </p:cNvPr>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Project Title</a:t>
            </a:r>
          </a:p>
        </p:txBody>
      </p:sp>
      <p:sp>
        <p:nvSpPr>
          <p:cNvPr id="137" name="Google Shape;137;p5:notes">
            <a:extLst>
              <a:ext uri="{FF2B5EF4-FFF2-40B4-BE49-F238E27FC236}">
                <a16:creationId xmlns:a16="http://schemas.microsoft.com/office/drawing/2014/main" id="{1C66C5BD-0483-CF0D-075A-48DA30C5E7A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lang="en-US"/>
          </a:p>
        </p:txBody>
      </p:sp>
    </p:spTree>
    <p:extLst>
      <p:ext uri="{BB962C8B-B14F-4D97-AF65-F5344CB8AC3E}">
        <p14:creationId xmlns:p14="http://schemas.microsoft.com/office/powerpoint/2010/main" val="29686962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4236E7DE-2147-0A95-8949-1EBBB37D476A}"/>
            </a:ext>
          </a:extLst>
        </p:cNvPr>
        <p:cNvGrpSpPr/>
        <p:nvPr/>
      </p:nvGrpSpPr>
      <p:grpSpPr>
        <a:xfrm>
          <a:off x="0" y="0"/>
          <a:ext cx="0" cy="0"/>
          <a:chOff x="0" y="0"/>
          <a:chExt cx="0" cy="0"/>
        </a:xfrm>
      </p:grpSpPr>
      <p:sp>
        <p:nvSpPr>
          <p:cNvPr id="132" name="Google Shape;132;p5:notes">
            <a:extLst>
              <a:ext uri="{FF2B5EF4-FFF2-40B4-BE49-F238E27FC236}">
                <a16:creationId xmlns:a16="http://schemas.microsoft.com/office/drawing/2014/main" id="{846CB8E1-EB03-F344-A540-6FE667CD7B8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5:notes">
            <a:extLst>
              <a:ext uri="{FF2B5EF4-FFF2-40B4-BE49-F238E27FC236}">
                <a16:creationId xmlns:a16="http://schemas.microsoft.com/office/drawing/2014/main" id="{1BA6AB13-16E5-BBA3-27F6-8F3DCDC34D5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5:notes">
            <a:extLst>
              <a:ext uri="{FF2B5EF4-FFF2-40B4-BE49-F238E27FC236}">
                <a16:creationId xmlns:a16="http://schemas.microsoft.com/office/drawing/2014/main" id="{3B98D854-465A-7072-86AA-E60B4FC1BBF6}"/>
              </a:ext>
            </a:extLst>
          </p:cNvPr>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P1-P1-S-20-01</a:t>
            </a:r>
          </a:p>
        </p:txBody>
      </p:sp>
      <p:sp>
        <p:nvSpPr>
          <p:cNvPr id="135" name="Google Shape;135;p5:notes">
            <a:extLst>
              <a:ext uri="{FF2B5EF4-FFF2-40B4-BE49-F238E27FC236}">
                <a16:creationId xmlns:a16="http://schemas.microsoft.com/office/drawing/2014/main" id="{950E567E-97E2-3E81-98DE-1EF670DBCBE7}"/>
              </a:ext>
            </a:extLst>
          </p:cNvPr>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9/10/2021</a:t>
            </a:r>
          </a:p>
        </p:txBody>
      </p:sp>
      <p:sp>
        <p:nvSpPr>
          <p:cNvPr id="136" name="Google Shape;136;p5:notes">
            <a:extLst>
              <a:ext uri="{FF2B5EF4-FFF2-40B4-BE49-F238E27FC236}">
                <a16:creationId xmlns:a16="http://schemas.microsoft.com/office/drawing/2014/main" id="{E98D79FF-6F98-147A-EDE4-06CBF79507AD}"/>
              </a:ext>
            </a:extLst>
          </p:cNvPr>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Project Title</a:t>
            </a:r>
          </a:p>
        </p:txBody>
      </p:sp>
      <p:sp>
        <p:nvSpPr>
          <p:cNvPr id="137" name="Google Shape;137;p5:notes">
            <a:extLst>
              <a:ext uri="{FF2B5EF4-FFF2-40B4-BE49-F238E27FC236}">
                <a16:creationId xmlns:a16="http://schemas.microsoft.com/office/drawing/2014/main" id="{D5908825-7496-F26D-DD26-A66281387CB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lang="en-US"/>
          </a:p>
        </p:txBody>
      </p:sp>
    </p:spTree>
    <p:extLst>
      <p:ext uri="{BB962C8B-B14F-4D97-AF65-F5344CB8AC3E}">
        <p14:creationId xmlns:p14="http://schemas.microsoft.com/office/powerpoint/2010/main" val="23194242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EF013DDA-4E32-AD5F-3E19-DC7538D9816B}"/>
            </a:ext>
          </a:extLst>
        </p:cNvPr>
        <p:cNvGrpSpPr/>
        <p:nvPr/>
      </p:nvGrpSpPr>
      <p:grpSpPr>
        <a:xfrm>
          <a:off x="0" y="0"/>
          <a:ext cx="0" cy="0"/>
          <a:chOff x="0" y="0"/>
          <a:chExt cx="0" cy="0"/>
        </a:xfrm>
      </p:grpSpPr>
      <p:sp>
        <p:nvSpPr>
          <p:cNvPr id="132" name="Google Shape;132;p5:notes">
            <a:extLst>
              <a:ext uri="{FF2B5EF4-FFF2-40B4-BE49-F238E27FC236}">
                <a16:creationId xmlns:a16="http://schemas.microsoft.com/office/drawing/2014/main" id="{043386E6-8A50-B53B-6B77-62F2B9A130F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5:notes">
            <a:extLst>
              <a:ext uri="{FF2B5EF4-FFF2-40B4-BE49-F238E27FC236}">
                <a16:creationId xmlns:a16="http://schemas.microsoft.com/office/drawing/2014/main" id="{C4DEEC65-E878-9239-EE78-4754113837D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5:notes">
            <a:extLst>
              <a:ext uri="{FF2B5EF4-FFF2-40B4-BE49-F238E27FC236}">
                <a16:creationId xmlns:a16="http://schemas.microsoft.com/office/drawing/2014/main" id="{ADD2A4B7-45A1-5BAC-246A-F12DDC8AC9A3}"/>
              </a:ext>
            </a:extLst>
          </p:cNvPr>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P1-P1-S-20-01</a:t>
            </a:r>
          </a:p>
        </p:txBody>
      </p:sp>
      <p:sp>
        <p:nvSpPr>
          <p:cNvPr id="135" name="Google Shape;135;p5:notes">
            <a:extLst>
              <a:ext uri="{FF2B5EF4-FFF2-40B4-BE49-F238E27FC236}">
                <a16:creationId xmlns:a16="http://schemas.microsoft.com/office/drawing/2014/main" id="{8C9C4943-E099-BBF6-CFC0-C6E957A87DDC}"/>
              </a:ext>
            </a:extLst>
          </p:cNvPr>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9/10/2021</a:t>
            </a:r>
          </a:p>
        </p:txBody>
      </p:sp>
      <p:sp>
        <p:nvSpPr>
          <p:cNvPr id="136" name="Google Shape;136;p5:notes">
            <a:extLst>
              <a:ext uri="{FF2B5EF4-FFF2-40B4-BE49-F238E27FC236}">
                <a16:creationId xmlns:a16="http://schemas.microsoft.com/office/drawing/2014/main" id="{D003F648-1870-45CB-307F-AEBEBF4C393B}"/>
              </a:ext>
            </a:extLst>
          </p:cNvPr>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Project Title</a:t>
            </a:r>
          </a:p>
        </p:txBody>
      </p:sp>
      <p:sp>
        <p:nvSpPr>
          <p:cNvPr id="137" name="Google Shape;137;p5:notes">
            <a:extLst>
              <a:ext uri="{FF2B5EF4-FFF2-40B4-BE49-F238E27FC236}">
                <a16:creationId xmlns:a16="http://schemas.microsoft.com/office/drawing/2014/main" id="{85A56619-C070-266F-DE0B-B6CC4AD02B2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lang="en-US"/>
          </a:p>
        </p:txBody>
      </p:sp>
    </p:spTree>
    <p:extLst>
      <p:ext uri="{BB962C8B-B14F-4D97-AF65-F5344CB8AC3E}">
        <p14:creationId xmlns:p14="http://schemas.microsoft.com/office/powerpoint/2010/main" val="7684120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8: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P1-P1-S-20-01</a:t>
            </a:r>
          </a:p>
        </p:txBody>
      </p:sp>
      <p:sp>
        <p:nvSpPr>
          <p:cNvPr id="177" name="Google Shape;177;p8: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9/10/2021</a:t>
            </a:r>
          </a:p>
        </p:txBody>
      </p:sp>
      <p:sp>
        <p:nvSpPr>
          <p:cNvPr id="178" name="Google Shape;178;p8: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Project Title</a:t>
            </a:r>
          </a:p>
        </p:txBody>
      </p:sp>
      <p:sp>
        <p:nvSpPr>
          <p:cNvPr id="179" name="Google Shape;179;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a:extLst>
            <a:ext uri="{FF2B5EF4-FFF2-40B4-BE49-F238E27FC236}">
              <a16:creationId xmlns:a16="http://schemas.microsoft.com/office/drawing/2014/main" id="{94132D8C-FAFC-8C7C-86F7-15445FC6B5ED}"/>
            </a:ext>
          </a:extLst>
        </p:cNvPr>
        <p:cNvGrpSpPr/>
        <p:nvPr/>
      </p:nvGrpSpPr>
      <p:grpSpPr>
        <a:xfrm>
          <a:off x="0" y="0"/>
          <a:ext cx="0" cy="0"/>
          <a:chOff x="0" y="0"/>
          <a:chExt cx="0" cy="0"/>
        </a:xfrm>
      </p:grpSpPr>
      <p:sp>
        <p:nvSpPr>
          <p:cNvPr id="174" name="Google Shape;174;p8:notes">
            <a:extLst>
              <a:ext uri="{FF2B5EF4-FFF2-40B4-BE49-F238E27FC236}">
                <a16:creationId xmlns:a16="http://schemas.microsoft.com/office/drawing/2014/main" id="{3C02E76A-034D-4CA1-F650-98D268EC110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8:notes">
            <a:extLst>
              <a:ext uri="{FF2B5EF4-FFF2-40B4-BE49-F238E27FC236}">
                <a16:creationId xmlns:a16="http://schemas.microsoft.com/office/drawing/2014/main" id="{918ECC5B-1E63-B91B-6AEC-2F28FD03B44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8:notes">
            <a:extLst>
              <a:ext uri="{FF2B5EF4-FFF2-40B4-BE49-F238E27FC236}">
                <a16:creationId xmlns:a16="http://schemas.microsoft.com/office/drawing/2014/main" id="{66D275A7-8BF3-918C-80ED-9F5C539148F0}"/>
              </a:ext>
            </a:extLst>
          </p:cNvPr>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P1-P1-S-20-01</a:t>
            </a:r>
          </a:p>
        </p:txBody>
      </p:sp>
      <p:sp>
        <p:nvSpPr>
          <p:cNvPr id="177" name="Google Shape;177;p8:notes">
            <a:extLst>
              <a:ext uri="{FF2B5EF4-FFF2-40B4-BE49-F238E27FC236}">
                <a16:creationId xmlns:a16="http://schemas.microsoft.com/office/drawing/2014/main" id="{7DD681A7-1E4F-62FF-9892-76FA79041233}"/>
              </a:ext>
            </a:extLst>
          </p:cNvPr>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9/10/2021</a:t>
            </a:r>
          </a:p>
        </p:txBody>
      </p:sp>
      <p:sp>
        <p:nvSpPr>
          <p:cNvPr id="178" name="Google Shape;178;p8:notes">
            <a:extLst>
              <a:ext uri="{FF2B5EF4-FFF2-40B4-BE49-F238E27FC236}">
                <a16:creationId xmlns:a16="http://schemas.microsoft.com/office/drawing/2014/main" id="{970A844D-3D09-8816-613F-602A59B00787}"/>
              </a:ext>
            </a:extLst>
          </p:cNvPr>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Project Title</a:t>
            </a:r>
          </a:p>
        </p:txBody>
      </p:sp>
      <p:sp>
        <p:nvSpPr>
          <p:cNvPr id="179" name="Google Shape;179;p8:notes">
            <a:extLst>
              <a:ext uri="{FF2B5EF4-FFF2-40B4-BE49-F238E27FC236}">
                <a16:creationId xmlns:a16="http://schemas.microsoft.com/office/drawing/2014/main" id="{B6E865C3-FD21-D6FA-EE97-7DC1CDAE409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lang="en-US"/>
          </a:p>
        </p:txBody>
      </p:sp>
    </p:spTree>
    <p:extLst>
      <p:ext uri="{BB962C8B-B14F-4D97-AF65-F5344CB8AC3E}">
        <p14:creationId xmlns:p14="http://schemas.microsoft.com/office/powerpoint/2010/main" val="32434541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a:extLst>
            <a:ext uri="{FF2B5EF4-FFF2-40B4-BE49-F238E27FC236}">
              <a16:creationId xmlns:a16="http://schemas.microsoft.com/office/drawing/2014/main" id="{38A041A3-3BC8-3BA8-8495-65ED089D9ED4}"/>
            </a:ext>
          </a:extLst>
        </p:cNvPr>
        <p:cNvGrpSpPr/>
        <p:nvPr/>
      </p:nvGrpSpPr>
      <p:grpSpPr>
        <a:xfrm>
          <a:off x="0" y="0"/>
          <a:ext cx="0" cy="0"/>
          <a:chOff x="0" y="0"/>
          <a:chExt cx="0" cy="0"/>
        </a:xfrm>
      </p:grpSpPr>
      <p:sp>
        <p:nvSpPr>
          <p:cNvPr id="174" name="Google Shape;174;p8:notes">
            <a:extLst>
              <a:ext uri="{FF2B5EF4-FFF2-40B4-BE49-F238E27FC236}">
                <a16:creationId xmlns:a16="http://schemas.microsoft.com/office/drawing/2014/main" id="{EE8926A0-0FE5-DAE2-04B0-4374F0041C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8:notes">
            <a:extLst>
              <a:ext uri="{FF2B5EF4-FFF2-40B4-BE49-F238E27FC236}">
                <a16:creationId xmlns:a16="http://schemas.microsoft.com/office/drawing/2014/main" id="{0F059F20-6E40-1835-16A7-C113985FC2B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8:notes">
            <a:extLst>
              <a:ext uri="{FF2B5EF4-FFF2-40B4-BE49-F238E27FC236}">
                <a16:creationId xmlns:a16="http://schemas.microsoft.com/office/drawing/2014/main" id="{41338F5E-5612-C4D0-78BF-084ECFC076E1}"/>
              </a:ext>
            </a:extLst>
          </p:cNvPr>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P1-P1-S-20-01</a:t>
            </a:r>
          </a:p>
        </p:txBody>
      </p:sp>
      <p:sp>
        <p:nvSpPr>
          <p:cNvPr id="177" name="Google Shape;177;p8:notes">
            <a:extLst>
              <a:ext uri="{FF2B5EF4-FFF2-40B4-BE49-F238E27FC236}">
                <a16:creationId xmlns:a16="http://schemas.microsoft.com/office/drawing/2014/main" id="{77DD1F8E-A386-C668-84D1-B62825D7CEE5}"/>
              </a:ext>
            </a:extLst>
          </p:cNvPr>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9/10/2021</a:t>
            </a:r>
          </a:p>
        </p:txBody>
      </p:sp>
      <p:sp>
        <p:nvSpPr>
          <p:cNvPr id="178" name="Google Shape;178;p8:notes">
            <a:extLst>
              <a:ext uri="{FF2B5EF4-FFF2-40B4-BE49-F238E27FC236}">
                <a16:creationId xmlns:a16="http://schemas.microsoft.com/office/drawing/2014/main" id="{FC5523DA-E39A-2809-908F-46B16EF2A2B5}"/>
              </a:ext>
            </a:extLst>
          </p:cNvPr>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Project Title</a:t>
            </a:r>
          </a:p>
        </p:txBody>
      </p:sp>
      <p:sp>
        <p:nvSpPr>
          <p:cNvPr id="179" name="Google Shape;179;p8:notes">
            <a:extLst>
              <a:ext uri="{FF2B5EF4-FFF2-40B4-BE49-F238E27FC236}">
                <a16:creationId xmlns:a16="http://schemas.microsoft.com/office/drawing/2014/main" id="{86A14B07-B63F-B7C7-7AE2-4B10858282A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lang="en-US"/>
          </a:p>
        </p:txBody>
      </p:sp>
    </p:spTree>
    <p:extLst>
      <p:ext uri="{BB962C8B-B14F-4D97-AF65-F5344CB8AC3E}">
        <p14:creationId xmlns:p14="http://schemas.microsoft.com/office/powerpoint/2010/main" val="28292381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 name="Google Shape;190;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9: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P1-P1-S-20-01</a:t>
            </a:r>
          </a:p>
        </p:txBody>
      </p:sp>
      <p:sp>
        <p:nvSpPr>
          <p:cNvPr id="192" name="Google Shape;192;p9: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9/10/2021</a:t>
            </a:r>
          </a:p>
        </p:txBody>
      </p:sp>
      <p:sp>
        <p:nvSpPr>
          <p:cNvPr id="193" name="Google Shape;193;p9: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Project Title</a:t>
            </a:r>
          </a:p>
        </p:txBody>
      </p:sp>
      <p:sp>
        <p:nvSpPr>
          <p:cNvPr id="194" name="Google Shape;194;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 name="Google Shape;190;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9: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P1-P1-S-20-01</a:t>
            </a:r>
          </a:p>
        </p:txBody>
      </p:sp>
      <p:sp>
        <p:nvSpPr>
          <p:cNvPr id="192" name="Google Shape;192;p9: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9/10/2021</a:t>
            </a:r>
          </a:p>
        </p:txBody>
      </p:sp>
      <p:sp>
        <p:nvSpPr>
          <p:cNvPr id="193" name="Google Shape;193;p9: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Project Title</a:t>
            </a:r>
          </a:p>
        </p:txBody>
      </p:sp>
      <p:sp>
        <p:nvSpPr>
          <p:cNvPr id="194" name="Google Shape;194;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a:extLst>
            <a:ext uri="{FF2B5EF4-FFF2-40B4-BE49-F238E27FC236}">
              <a16:creationId xmlns:a16="http://schemas.microsoft.com/office/drawing/2014/main" id="{4305DA3F-21BF-4F3E-386C-24E1D4CEB6D7}"/>
            </a:ext>
          </a:extLst>
        </p:cNvPr>
        <p:cNvGrpSpPr/>
        <p:nvPr/>
      </p:nvGrpSpPr>
      <p:grpSpPr>
        <a:xfrm>
          <a:off x="0" y="0"/>
          <a:ext cx="0" cy="0"/>
          <a:chOff x="0" y="0"/>
          <a:chExt cx="0" cy="0"/>
        </a:xfrm>
      </p:grpSpPr>
      <p:sp>
        <p:nvSpPr>
          <p:cNvPr id="189" name="Google Shape;189;p9:notes">
            <a:extLst>
              <a:ext uri="{FF2B5EF4-FFF2-40B4-BE49-F238E27FC236}">
                <a16:creationId xmlns:a16="http://schemas.microsoft.com/office/drawing/2014/main" id="{987E3042-8F7A-ECFC-1BA8-75E688FF1A9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 name="Google Shape;190;p9:notes">
            <a:extLst>
              <a:ext uri="{FF2B5EF4-FFF2-40B4-BE49-F238E27FC236}">
                <a16:creationId xmlns:a16="http://schemas.microsoft.com/office/drawing/2014/main" id="{DA3D4904-945B-056D-2DA6-8EB51D45765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9:notes">
            <a:extLst>
              <a:ext uri="{FF2B5EF4-FFF2-40B4-BE49-F238E27FC236}">
                <a16:creationId xmlns:a16="http://schemas.microsoft.com/office/drawing/2014/main" id="{E3F13C55-27CF-9A85-7314-FAD4D97299CA}"/>
              </a:ext>
            </a:extLst>
          </p:cNvPr>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P1-P1-S-20-01</a:t>
            </a:r>
          </a:p>
        </p:txBody>
      </p:sp>
      <p:sp>
        <p:nvSpPr>
          <p:cNvPr id="192" name="Google Shape;192;p9:notes">
            <a:extLst>
              <a:ext uri="{FF2B5EF4-FFF2-40B4-BE49-F238E27FC236}">
                <a16:creationId xmlns:a16="http://schemas.microsoft.com/office/drawing/2014/main" id="{AA954BE9-4DE1-3EC2-30E3-AD9718AA186D}"/>
              </a:ext>
            </a:extLst>
          </p:cNvPr>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9/10/2021</a:t>
            </a:r>
          </a:p>
        </p:txBody>
      </p:sp>
      <p:sp>
        <p:nvSpPr>
          <p:cNvPr id="193" name="Google Shape;193;p9:notes">
            <a:extLst>
              <a:ext uri="{FF2B5EF4-FFF2-40B4-BE49-F238E27FC236}">
                <a16:creationId xmlns:a16="http://schemas.microsoft.com/office/drawing/2014/main" id="{801B190F-BB90-CC96-A7C1-154A12B789F4}"/>
              </a:ext>
            </a:extLst>
          </p:cNvPr>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Project Title</a:t>
            </a:r>
          </a:p>
        </p:txBody>
      </p:sp>
      <p:sp>
        <p:nvSpPr>
          <p:cNvPr id="194" name="Google Shape;194;p9:notes">
            <a:extLst>
              <a:ext uri="{FF2B5EF4-FFF2-40B4-BE49-F238E27FC236}">
                <a16:creationId xmlns:a16="http://schemas.microsoft.com/office/drawing/2014/main" id="{EE72210A-ADEF-92CE-3B6A-F7F8D3D3458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lang="en-US"/>
          </a:p>
        </p:txBody>
      </p:sp>
    </p:spTree>
    <p:extLst>
      <p:ext uri="{BB962C8B-B14F-4D97-AF65-F5344CB8AC3E}">
        <p14:creationId xmlns:p14="http://schemas.microsoft.com/office/powerpoint/2010/main" val="27050074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9"/>
        <p:cNvGrpSpPr/>
        <p:nvPr/>
      </p:nvGrpSpPr>
      <p:grpSpPr>
        <a:xfrm>
          <a:off x="0" y="0"/>
          <a:ext cx="0" cy="0"/>
          <a:chOff x="0" y="0"/>
          <a:chExt cx="0" cy="0"/>
        </a:xfrm>
      </p:grpSpPr>
      <p:sp>
        <p:nvSpPr>
          <p:cNvPr id="40" name="Google Shape;40;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2" name="Google Shape;4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638E86F-1446-DE60-32A6-051486B6130D}"/>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4E83B89B-8E2F-C63A-0962-C8DC92786D6A}"/>
              </a:ext>
            </a:extLst>
          </p:cNvPr>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3"/>
          <p:cNvSpPr txBox="1">
            <a:spLocks noGrp="1"/>
          </p:cNvSpPr>
          <p:nvPr>
            <p:ph type="ctrTitle"/>
          </p:nvPr>
        </p:nvSpPr>
        <p:spPr>
          <a:xfrm>
            <a:off x="1524000" y="2615263"/>
            <a:ext cx="9144000" cy="1886858"/>
          </a:xfrm>
          <a:prstGeom prst="rect">
            <a:avLst/>
          </a:prstGeom>
          <a:noFill/>
          <a:ln>
            <a:noFill/>
          </a:ln>
        </p:spPr>
        <p:txBody>
          <a:bodyPr spcFirstLastPara="1" wrap="square" lIns="91425" tIns="45700" rIns="91425" bIns="45700" anchor="b" anchorCtr="0">
            <a:noAutofit/>
          </a:bodyPr>
          <a:lstStyle/>
          <a:p>
            <a:pPr>
              <a:buClr>
                <a:schemeClr val="accent1"/>
              </a:buClr>
            </a:pPr>
            <a:br>
              <a:rPr lang="en-US" sz="4000" dirty="0"/>
            </a:br>
            <a:br>
              <a:rPr lang="en-US" sz="4000" dirty="0"/>
            </a:br>
            <a:br>
              <a:rPr lang="en-US" sz="4000" dirty="0"/>
            </a:br>
            <a:br>
              <a:rPr lang="en-US" sz="4000" dirty="0"/>
            </a:br>
            <a:r>
              <a:rPr lang="en-US" sz="4000" b="1" dirty="0">
                <a:solidFill>
                  <a:srgbClr val="002060"/>
                </a:solidFill>
              </a:rPr>
              <a:t>Diabetic Retinopathy Classification Using Deep Learning Techniques</a:t>
            </a:r>
            <a:br>
              <a:rPr lang="en-US" sz="4000" dirty="0"/>
            </a:br>
            <a:endParaRPr sz="4000" b="1" u="sng" dirty="0">
              <a:solidFill>
                <a:schemeClr val="accent1"/>
              </a:solidFill>
            </a:endParaRPr>
          </a:p>
        </p:txBody>
      </p:sp>
      <p:sp>
        <p:nvSpPr>
          <p:cNvPr id="2" name="TextBox 1"/>
          <p:cNvSpPr txBox="1"/>
          <p:nvPr/>
        </p:nvSpPr>
        <p:spPr>
          <a:xfrm>
            <a:off x="10382390" y="6477635"/>
            <a:ext cx="1743959" cy="307777"/>
          </a:xfrm>
          <a:prstGeom prst="rect">
            <a:avLst/>
          </a:prstGeom>
          <a:noFill/>
        </p:spPr>
        <p:txBody>
          <a:bodyPr wrap="square" rtlCol="0">
            <a:spAutoFit/>
          </a:bodyPr>
          <a:lstStyle/>
          <a:p>
            <a:r>
              <a:rPr lang="en-US" dirty="0">
                <a:solidFill>
                  <a:srgbClr val="08024C"/>
                </a:solidFill>
              </a:rPr>
              <a:t>Semester Fall 2022</a:t>
            </a:r>
          </a:p>
        </p:txBody>
      </p:sp>
      <p:pic>
        <p:nvPicPr>
          <p:cNvPr id="3" name="Picture 2">
            <a:extLst>
              <a:ext uri="{FF2B5EF4-FFF2-40B4-BE49-F238E27FC236}">
                <a16:creationId xmlns:a16="http://schemas.microsoft.com/office/drawing/2014/main" id="{38BE8250-1D54-D82A-15EE-67CCD4A03DA7}"/>
              </a:ext>
            </a:extLst>
          </p:cNvPr>
          <p:cNvPicPr>
            <a:picLocks noChangeAspect="1"/>
          </p:cNvPicPr>
          <p:nvPr/>
        </p:nvPicPr>
        <p:blipFill>
          <a:blip r:embed="rId3"/>
          <a:stretch>
            <a:fillRect/>
          </a:stretch>
        </p:blipFill>
        <p:spPr>
          <a:xfrm>
            <a:off x="10222281" y="-126547"/>
            <a:ext cx="2101011" cy="20673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4">
          <a:extLst>
            <a:ext uri="{FF2B5EF4-FFF2-40B4-BE49-F238E27FC236}">
              <a16:creationId xmlns:a16="http://schemas.microsoft.com/office/drawing/2014/main" id="{546EAD8E-F142-BD78-4CFD-C88C58809979}"/>
            </a:ext>
          </a:extLst>
        </p:cNvPr>
        <p:cNvGrpSpPr/>
        <p:nvPr/>
      </p:nvGrpSpPr>
      <p:grpSpPr>
        <a:xfrm>
          <a:off x="0" y="0"/>
          <a:ext cx="0" cy="0"/>
          <a:chOff x="0" y="0"/>
          <a:chExt cx="0" cy="0"/>
        </a:xfrm>
      </p:grpSpPr>
      <p:sp>
        <p:nvSpPr>
          <p:cNvPr id="127" name="Google Shape;127;p16">
            <a:extLst>
              <a:ext uri="{FF2B5EF4-FFF2-40B4-BE49-F238E27FC236}">
                <a16:creationId xmlns:a16="http://schemas.microsoft.com/office/drawing/2014/main" id="{57C55191-2E4E-F697-7F0B-F36E0458CBB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lang="en-US"/>
          </a:p>
        </p:txBody>
      </p:sp>
      <p:sp>
        <p:nvSpPr>
          <p:cNvPr id="128" name="Google Shape;128;p16">
            <a:extLst>
              <a:ext uri="{FF2B5EF4-FFF2-40B4-BE49-F238E27FC236}">
                <a16:creationId xmlns:a16="http://schemas.microsoft.com/office/drawing/2014/main" id="{4FAD3DD9-9867-F661-7542-CD61D8FBBAE9}"/>
              </a:ext>
            </a:extLst>
          </p:cNvPr>
          <p:cNvSpPr/>
          <p:nvPr/>
        </p:nvSpPr>
        <p:spPr>
          <a:xfrm>
            <a:off x="0" y="0"/>
            <a:ext cx="12192000" cy="6858000"/>
          </a:xfrm>
          <a:prstGeom prst="rect">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29" name="Google Shape;129;p16">
            <a:extLst>
              <a:ext uri="{FF2B5EF4-FFF2-40B4-BE49-F238E27FC236}">
                <a16:creationId xmlns:a16="http://schemas.microsoft.com/office/drawing/2014/main" id="{DB718621-7DE2-C218-619A-86E4F3DB84EE}"/>
              </a:ext>
            </a:extLst>
          </p:cNvPr>
          <p:cNvSpPr/>
          <p:nvPr/>
        </p:nvSpPr>
        <p:spPr>
          <a:xfrm>
            <a:off x="126609" y="112542"/>
            <a:ext cx="11915336" cy="6608933"/>
          </a:xfrm>
          <a:prstGeom prst="roundRect">
            <a:avLst>
              <a:gd name="adj" fmla="val 16667"/>
            </a:avLst>
          </a:prstGeom>
          <a:noFill/>
          <a:ln w="9525" cap="flat" cmpd="thinThick">
            <a:solidFill>
              <a:srgbClr val="42719B">
                <a:alpha val="78823"/>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30" name="Google Shape;130;p16">
            <a:extLst>
              <a:ext uri="{FF2B5EF4-FFF2-40B4-BE49-F238E27FC236}">
                <a16:creationId xmlns:a16="http://schemas.microsoft.com/office/drawing/2014/main" id="{014A2CBB-297D-0220-0A6A-ADECF71A993A}"/>
              </a:ext>
            </a:extLst>
          </p:cNvPr>
          <p:cNvSpPr/>
          <p:nvPr/>
        </p:nvSpPr>
        <p:spPr>
          <a:xfrm>
            <a:off x="811240" y="1024803"/>
            <a:ext cx="10667994" cy="4880067"/>
          </a:xfrm>
          <a:prstGeom prst="rect">
            <a:avLst/>
          </a:prstGeom>
          <a:noFill/>
          <a:ln>
            <a:noFill/>
          </a:ln>
        </p:spPr>
        <p:txBody>
          <a:bodyPr spcFirstLastPara="1" wrap="square" lIns="91425" tIns="45700" rIns="91425" bIns="45700" anchor="t" anchorCtr="0">
            <a:noAutofit/>
          </a:bodyPr>
          <a:lstStyle/>
          <a:p>
            <a:pPr marL="114300" indent="0" algn="ctr">
              <a:buNone/>
            </a:pPr>
            <a:endParaRPr lang="en-US" sz="2000" dirty="0">
              <a:solidFill>
                <a:schemeClr val="tx1"/>
              </a:solidFill>
            </a:endParaRPr>
          </a:p>
          <a:p>
            <a:pPr marL="114300" indent="0" algn="ctr">
              <a:buNone/>
            </a:pPr>
            <a:endParaRPr lang="en-US" sz="2000" dirty="0">
              <a:solidFill>
                <a:schemeClr val="tx1"/>
              </a:solidFill>
            </a:endParaRPr>
          </a:p>
          <a:p>
            <a:pPr marL="114300" indent="0" algn="ctr">
              <a:buNone/>
            </a:pPr>
            <a:r>
              <a:rPr lang="en-US" sz="2000" dirty="0">
                <a:solidFill>
                  <a:schemeClr val="tx1"/>
                </a:solidFill>
              </a:rPr>
              <a:t>Project code: ZN-CS-2025-146</a:t>
            </a:r>
          </a:p>
          <a:p>
            <a:pPr marL="114300" indent="0" algn="ctr">
              <a:buNone/>
            </a:pPr>
            <a:r>
              <a:rPr lang="en-US" sz="2000" dirty="0">
                <a:solidFill>
                  <a:schemeClr val="tx1"/>
                </a:solidFill>
              </a:rPr>
              <a:t> </a:t>
            </a:r>
          </a:p>
          <a:p>
            <a:pPr marL="114300" indent="0" algn="ctr">
              <a:buNone/>
            </a:pPr>
            <a:r>
              <a:rPr lang="en-US" sz="2000" dirty="0">
                <a:solidFill>
                  <a:schemeClr val="tx1"/>
                </a:solidFill>
              </a:rPr>
              <a:t>Project Advisors: Dr. Hussam Ali (Internal)</a:t>
            </a:r>
          </a:p>
          <a:p>
            <a:pPr marL="114300" indent="0" algn="ctr">
              <a:buNone/>
            </a:pPr>
            <a:r>
              <a:rPr lang="en-US" sz="2000" dirty="0">
                <a:solidFill>
                  <a:schemeClr val="tx1"/>
                </a:solidFill>
              </a:rPr>
              <a:t>Dr. Muhammad Fayyaz (External)</a:t>
            </a:r>
          </a:p>
          <a:p>
            <a:pPr marL="114300" indent="0" algn="ctr">
              <a:buNone/>
            </a:pPr>
            <a:r>
              <a:rPr lang="en-US" sz="2000" b="1" dirty="0">
                <a:solidFill>
                  <a:schemeClr val="tx1"/>
                </a:solidFill>
              </a:rPr>
              <a:t> </a:t>
            </a:r>
            <a:endParaRPr lang="en-US" sz="2000" dirty="0">
              <a:solidFill>
                <a:schemeClr val="tx1"/>
              </a:solidFill>
            </a:endParaRPr>
          </a:p>
          <a:p>
            <a:pPr marL="114300" indent="0" algn="ctr">
              <a:buNone/>
            </a:pPr>
            <a:r>
              <a:rPr lang="en-US" sz="2000" dirty="0">
                <a:solidFill>
                  <a:schemeClr val="tx1"/>
                </a:solidFill>
              </a:rPr>
              <a:t>Project Manager: Prof. Dr. Muhammad Ilyas</a:t>
            </a:r>
          </a:p>
          <a:p>
            <a:pPr marL="114300" indent="0" algn="ctr">
              <a:buNone/>
            </a:pPr>
            <a:r>
              <a:rPr lang="en-US" sz="2000" b="1" dirty="0">
                <a:solidFill>
                  <a:schemeClr val="tx1"/>
                </a:solidFill>
              </a:rPr>
              <a:t> </a:t>
            </a:r>
            <a:endParaRPr lang="en-US" sz="2000" dirty="0">
              <a:solidFill>
                <a:schemeClr val="tx1"/>
              </a:solidFill>
            </a:endParaRPr>
          </a:p>
          <a:p>
            <a:pPr marL="114300" indent="0" algn="ctr">
              <a:buNone/>
            </a:pPr>
            <a:r>
              <a:rPr lang="en-US" sz="2000" dirty="0">
                <a:solidFill>
                  <a:schemeClr val="tx1"/>
                </a:solidFill>
              </a:rPr>
              <a:t>Project Team: Zarnain Javed (Group Leader)</a:t>
            </a:r>
          </a:p>
          <a:p>
            <a:pPr marL="114300" indent="0" algn="ctr">
              <a:buNone/>
            </a:pPr>
            <a:r>
              <a:rPr lang="en-US" sz="2000" dirty="0">
                <a:solidFill>
                  <a:schemeClr val="tx1"/>
                </a:solidFill>
              </a:rPr>
              <a:t>Roll no: BSCS51F22S022</a:t>
            </a:r>
          </a:p>
          <a:p>
            <a:pPr marL="114300" indent="0" algn="ctr">
              <a:buNone/>
            </a:pPr>
            <a:r>
              <a:rPr lang="en-US" sz="2000" dirty="0">
                <a:solidFill>
                  <a:schemeClr val="tx1"/>
                </a:solidFill>
              </a:rPr>
              <a:t>Member 2: Narmeen Ayub</a:t>
            </a:r>
          </a:p>
          <a:p>
            <a:pPr marL="114300" indent="0" algn="ctr">
              <a:buNone/>
            </a:pPr>
            <a:r>
              <a:rPr lang="en-US" sz="2000" dirty="0">
                <a:solidFill>
                  <a:schemeClr val="tx1"/>
                </a:solidFill>
              </a:rPr>
              <a:t>Roll no: BSCS51F22S011</a:t>
            </a:r>
          </a:p>
          <a:p>
            <a:pPr marL="114300" indent="0" algn="ctr">
              <a:buNone/>
            </a:pPr>
            <a:endParaRPr lang="en-US" sz="2000" dirty="0">
              <a:solidFill>
                <a:schemeClr val="tx1"/>
              </a:solidFill>
            </a:endParaRPr>
          </a:p>
          <a:p>
            <a:pPr marL="114300" indent="0" algn="ctr">
              <a:buNone/>
            </a:pPr>
            <a:endParaRPr lang="en-US" sz="2000" dirty="0">
              <a:solidFill>
                <a:schemeClr val="tx1"/>
              </a:solidFill>
            </a:endParaRPr>
          </a:p>
          <a:p>
            <a:pPr marL="114300" indent="0" algn="ctr">
              <a:buNone/>
            </a:pPr>
            <a:endParaRPr lang="en-US" sz="2000" dirty="0">
              <a:solidFill>
                <a:schemeClr val="tx1"/>
              </a:solidFill>
            </a:endParaRPr>
          </a:p>
          <a:p>
            <a:pPr marL="114300" indent="0" algn="ctr">
              <a:buNone/>
            </a:pPr>
            <a:r>
              <a:rPr lang="en-US" dirty="0">
                <a:solidFill>
                  <a:schemeClr val="tx1"/>
                </a:solidFill>
              </a:rPr>
              <a:t>Department of Computer Science and Artificial Intelligence</a:t>
            </a:r>
          </a:p>
          <a:p>
            <a:pPr marL="114300" indent="0" algn="ctr">
              <a:buNone/>
            </a:pPr>
            <a:r>
              <a:rPr lang="en-US" b="1" dirty="0">
                <a:solidFill>
                  <a:schemeClr val="tx1"/>
                </a:solidFill>
              </a:rPr>
              <a:t> University Of Sargodha</a:t>
            </a:r>
          </a:p>
          <a:p>
            <a:pPr marL="114300" indent="0" algn="ctr">
              <a:buNone/>
            </a:pPr>
            <a:r>
              <a:rPr lang="en-US" b="1" dirty="0">
                <a:solidFill>
                  <a:schemeClr val="tx1"/>
                </a:solidFill>
              </a:rPr>
              <a:t>Fall, 2022</a:t>
            </a:r>
          </a:p>
          <a:p>
            <a:pPr marL="114300" indent="0" algn="ctr">
              <a:buNone/>
            </a:pPr>
            <a:endParaRPr lang="en-US" sz="2000" dirty="0">
              <a:solidFill>
                <a:schemeClr val="tx1"/>
              </a:solidFill>
            </a:endParaRPr>
          </a:p>
          <a:p>
            <a:endParaRPr lang="en-US" sz="2000" dirty="0">
              <a:solidFill>
                <a:schemeClr val="tx1"/>
              </a:solidFill>
            </a:endParaRPr>
          </a:p>
          <a:p>
            <a:pPr marL="742950" marR="0" lvl="1" indent="-133350" algn="l" rtl="0">
              <a:lnSpc>
                <a:spcPct val="150000"/>
              </a:lnSpc>
              <a:spcBef>
                <a:spcPts val="0"/>
              </a:spcBef>
              <a:spcAft>
                <a:spcPts val="0"/>
              </a:spcAft>
              <a:buClr>
                <a:schemeClr val="dk1"/>
              </a:buClr>
              <a:buSzPts val="2400"/>
              <a:buFont typeface="Noto Sans Symbols"/>
              <a:buNone/>
            </a:pPr>
            <a:endParaRPr sz="2400" b="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 name="Picture 1">
            <a:extLst>
              <a:ext uri="{FF2B5EF4-FFF2-40B4-BE49-F238E27FC236}">
                <a16:creationId xmlns:a16="http://schemas.microsoft.com/office/drawing/2014/main" id="{3BD27910-DD3E-1585-8E7E-75EB3E0C5008}"/>
              </a:ext>
            </a:extLst>
          </p:cNvPr>
          <p:cNvPicPr>
            <a:picLocks noChangeAspect="1"/>
          </p:cNvPicPr>
          <p:nvPr/>
        </p:nvPicPr>
        <p:blipFill>
          <a:blip r:embed="rId3"/>
          <a:stretch>
            <a:fillRect/>
          </a:stretch>
        </p:blipFill>
        <p:spPr>
          <a:xfrm>
            <a:off x="10222281" y="-126547"/>
            <a:ext cx="2101011" cy="2067395"/>
          </a:xfrm>
          <a:prstGeom prst="rect">
            <a:avLst/>
          </a:prstGeom>
        </p:spPr>
      </p:pic>
    </p:spTree>
    <p:extLst>
      <p:ext uri="{BB962C8B-B14F-4D97-AF65-F5344CB8AC3E}">
        <p14:creationId xmlns:p14="http://schemas.microsoft.com/office/powerpoint/2010/main" val="546225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6"/>
          <p:cNvSpPr txBox="1">
            <a:spLocks noGrp="1"/>
          </p:cNvSpPr>
          <p:nvPr>
            <p:ph type="title"/>
          </p:nvPr>
        </p:nvSpPr>
        <p:spPr>
          <a:xfrm>
            <a:off x="838200" y="365125"/>
            <a:ext cx="8952914"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1"/>
              </a:buClr>
              <a:buSzPts val="4400"/>
              <a:buFont typeface="Times New Roman" panose="02020603050405020304"/>
              <a:buNone/>
            </a:pPr>
            <a:r>
              <a:rPr lang="en-US" b="1" i="0" u="sng" strike="noStrike" dirty="0">
                <a:solidFill>
                  <a:srgbClr val="002060"/>
                </a:solidFill>
                <a:latin typeface="Times New Roman" panose="02020603050405020304"/>
                <a:ea typeface="Times New Roman" panose="02020603050405020304"/>
                <a:cs typeface="Times New Roman" panose="02020603050405020304"/>
                <a:sym typeface="Times New Roman" panose="02020603050405020304"/>
              </a:rPr>
              <a:t>Outline</a:t>
            </a:r>
            <a:endParaRPr b="1" u="sng" dirty="0">
              <a:solidFill>
                <a:srgbClr val="002060"/>
              </a:solidFill>
            </a:endParaRPr>
          </a:p>
        </p:txBody>
      </p:sp>
      <p:sp>
        <p:nvSpPr>
          <p:cNvPr id="127" name="Google Shape;127;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lang="en-US"/>
          </a:p>
        </p:txBody>
      </p:sp>
      <p:sp>
        <p:nvSpPr>
          <p:cNvPr id="128" name="Google Shape;128;p16"/>
          <p:cNvSpPr/>
          <p:nvPr/>
        </p:nvSpPr>
        <p:spPr>
          <a:xfrm>
            <a:off x="0" y="0"/>
            <a:ext cx="12192000" cy="6858000"/>
          </a:xfrm>
          <a:prstGeom prst="rect">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29" name="Google Shape;129;p16"/>
          <p:cNvSpPr/>
          <p:nvPr/>
        </p:nvSpPr>
        <p:spPr>
          <a:xfrm>
            <a:off x="126609" y="112542"/>
            <a:ext cx="11915336" cy="6608933"/>
          </a:xfrm>
          <a:prstGeom prst="roundRect">
            <a:avLst>
              <a:gd name="adj" fmla="val 16667"/>
            </a:avLst>
          </a:prstGeom>
          <a:noFill/>
          <a:ln w="9525" cap="flat" cmpd="thinThick">
            <a:solidFill>
              <a:srgbClr val="42719B">
                <a:alpha val="78823"/>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30" name="Google Shape;130;p16"/>
          <p:cNvSpPr/>
          <p:nvPr/>
        </p:nvSpPr>
        <p:spPr>
          <a:xfrm>
            <a:off x="811240" y="1024803"/>
            <a:ext cx="10667994" cy="4880067"/>
          </a:xfrm>
          <a:prstGeom prst="rect">
            <a:avLst/>
          </a:prstGeom>
          <a:noFill/>
          <a:ln>
            <a:noFill/>
          </a:ln>
        </p:spPr>
        <p:txBody>
          <a:bodyPr spcFirstLastPara="1" wrap="square" lIns="91425" tIns="45700" rIns="91425" bIns="45700" anchor="t" anchorCtr="0">
            <a:noAutofit/>
          </a:bodyPr>
          <a:lstStyle/>
          <a:p>
            <a:pPr marL="457200" marR="0" lvl="1" indent="0" algn="l" rtl="0">
              <a:lnSpc>
                <a:spcPct val="150000"/>
              </a:lnSpc>
              <a:spcBef>
                <a:spcPts val="0"/>
              </a:spcBef>
              <a:spcAft>
                <a:spcPts val="0"/>
              </a:spcAft>
              <a:buNone/>
            </a:pPr>
            <a:r>
              <a:rPr lang="en-US" sz="2400" b="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a:t>
            </a:r>
            <a:endParaRPr dirty="0">
              <a:solidFill>
                <a:schemeClr val="tx1"/>
              </a:solidFill>
            </a:endParaRPr>
          </a:p>
          <a:p>
            <a:pPr marL="742950" marR="0" lvl="1" indent="-285750" algn="l" rtl="0">
              <a:lnSpc>
                <a:spcPct val="150000"/>
              </a:lnSpc>
              <a:spcBef>
                <a:spcPts val="0"/>
              </a:spcBef>
              <a:spcAft>
                <a:spcPts val="0"/>
              </a:spcAft>
              <a:buClr>
                <a:srgbClr val="000000"/>
              </a:buClr>
              <a:buSzPts val="2400"/>
              <a:buFont typeface="Noto Sans Symbols"/>
              <a:buChar char="▪"/>
            </a:pPr>
            <a:r>
              <a:rPr lang="en-US" sz="2400" dirty="0">
                <a:solidFill>
                  <a:schemeClr val="tx1"/>
                </a:solidFill>
                <a:latin typeface="Times New Roman" panose="02020603050405020304"/>
                <a:cs typeface="Times New Roman" panose="02020603050405020304"/>
                <a:sym typeface="Times New Roman" panose="02020603050405020304"/>
              </a:rPr>
              <a:t>Introduction</a:t>
            </a:r>
          </a:p>
          <a:p>
            <a:pPr marL="742950" lvl="1" indent="-285750">
              <a:lnSpc>
                <a:spcPct val="150000"/>
              </a:lnSpc>
              <a:buSzPts val="2400"/>
              <a:buFont typeface="Noto Sans Symbols"/>
              <a:buChar char="▪"/>
            </a:pPr>
            <a:r>
              <a:rPr lang="en-US" sz="240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Literature Review</a:t>
            </a:r>
          </a:p>
          <a:p>
            <a:pPr marL="742950" lvl="1" indent="-285750">
              <a:lnSpc>
                <a:spcPct val="150000"/>
              </a:lnSpc>
              <a:buSzPts val="2400"/>
              <a:buFont typeface="Noto Sans Symbols"/>
              <a:buChar char="▪"/>
            </a:pPr>
            <a:r>
              <a:rPr lang="en-US" sz="240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Research Gaps</a:t>
            </a:r>
          </a:p>
          <a:p>
            <a:pPr marL="742950" lvl="1" indent="-285750">
              <a:lnSpc>
                <a:spcPct val="150000"/>
              </a:lnSpc>
              <a:buSzPts val="2400"/>
              <a:buFont typeface="Noto Sans Symbols"/>
              <a:buChar char="▪"/>
            </a:pPr>
            <a:r>
              <a:rPr lang="en-US" sz="240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Research Challenges</a:t>
            </a:r>
          </a:p>
          <a:p>
            <a:pPr marL="742950" lvl="1" indent="-285750">
              <a:lnSpc>
                <a:spcPct val="150000"/>
              </a:lnSpc>
              <a:buSzPts val="2400"/>
              <a:buFont typeface="Noto Sans Symbols"/>
              <a:buChar char="▪"/>
            </a:pPr>
            <a:r>
              <a:rPr lang="en-US" sz="2400" dirty="0">
                <a:solidFill>
                  <a:schemeClr val="tx1"/>
                </a:solidFill>
                <a:latin typeface="Times New Roman" panose="02020603050405020304"/>
                <a:cs typeface="Times New Roman" panose="02020603050405020304"/>
                <a:sym typeface="Times New Roman" panose="02020603050405020304"/>
              </a:rPr>
              <a:t>Research Objectives</a:t>
            </a:r>
          </a:p>
          <a:p>
            <a:pPr marL="742950" lvl="1" indent="-285750">
              <a:lnSpc>
                <a:spcPct val="150000"/>
              </a:lnSpc>
              <a:buSzPts val="2400"/>
              <a:buFont typeface="Noto Sans Symbols"/>
              <a:buChar char="▪"/>
            </a:pPr>
            <a:r>
              <a:rPr lang="en-US" altLang="en-US" sz="2400" dirty="0">
                <a:solidFill>
                  <a:schemeClr val="tx1"/>
                </a:solidFill>
                <a:latin typeface="Times New Roman" panose="02020603050405020304"/>
                <a:cs typeface="Times New Roman" panose="02020603050405020304"/>
                <a:sym typeface="Times New Roman" panose="02020603050405020304"/>
              </a:rPr>
              <a:t>Proposed Methodology</a:t>
            </a:r>
          </a:p>
          <a:p>
            <a:pPr marL="742950" lvl="1" indent="-285750">
              <a:lnSpc>
                <a:spcPct val="150000"/>
              </a:lnSpc>
              <a:buSzPts val="2400"/>
              <a:buFont typeface="Noto Sans Symbols"/>
              <a:buChar char="▪"/>
            </a:pPr>
            <a:r>
              <a:rPr lang="en-US" altLang="en-US" sz="2400" dirty="0">
                <a:solidFill>
                  <a:schemeClr val="tx1"/>
                </a:solidFill>
                <a:latin typeface="Times New Roman" panose="02020603050405020304"/>
                <a:cs typeface="Times New Roman" panose="02020603050405020304"/>
                <a:sym typeface="Times New Roman" panose="02020603050405020304"/>
              </a:rPr>
              <a:t>Results and Discussions</a:t>
            </a:r>
          </a:p>
          <a:p>
            <a:pPr marL="742950" marR="0" lvl="1" indent="-285750" algn="l" rtl="0">
              <a:lnSpc>
                <a:spcPct val="150000"/>
              </a:lnSpc>
              <a:spcBef>
                <a:spcPts val="0"/>
              </a:spcBef>
              <a:spcAft>
                <a:spcPts val="0"/>
              </a:spcAft>
              <a:buClr>
                <a:srgbClr val="000000"/>
              </a:buClr>
              <a:buSzPts val="2400"/>
              <a:buFont typeface="Noto Sans Symbols"/>
              <a:buChar char="▪"/>
            </a:pPr>
            <a:r>
              <a:rPr lang="en-US" sz="2400" b="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rPr>
              <a:t>References</a:t>
            </a:r>
            <a:endParaRPr sz="2400" b="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742950" marR="0" lvl="1" indent="-133350" algn="l" rtl="0">
              <a:lnSpc>
                <a:spcPct val="150000"/>
              </a:lnSpc>
              <a:spcBef>
                <a:spcPts val="0"/>
              </a:spcBef>
              <a:spcAft>
                <a:spcPts val="0"/>
              </a:spcAft>
              <a:buClr>
                <a:schemeClr val="dk1"/>
              </a:buClr>
              <a:buSzPts val="2400"/>
              <a:buFont typeface="Noto Sans Symbols"/>
              <a:buNone/>
            </a:pPr>
            <a:endParaRPr sz="2400" b="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 name="Picture 1">
            <a:extLst>
              <a:ext uri="{FF2B5EF4-FFF2-40B4-BE49-F238E27FC236}">
                <a16:creationId xmlns:a16="http://schemas.microsoft.com/office/drawing/2014/main" id="{76023ADA-438E-D578-4086-5A938C220CCC}"/>
              </a:ext>
            </a:extLst>
          </p:cNvPr>
          <p:cNvPicPr>
            <a:picLocks noChangeAspect="1"/>
          </p:cNvPicPr>
          <p:nvPr/>
        </p:nvPicPr>
        <p:blipFill>
          <a:blip r:embed="rId3"/>
          <a:stretch>
            <a:fillRect/>
          </a:stretch>
        </p:blipFill>
        <p:spPr>
          <a:xfrm>
            <a:off x="10222281" y="-126547"/>
            <a:ext cx="2101011" cy="206739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7"/>
          <p:cNvSpPr txBox="1">
            <a:spLocks noGrp="1"/>
          </p:cNvSpPr>
          <p:nvPr>
            <p:ph type="title"/>
          </p:nvPr>
        </p:nvSpPr>
        <p:spPr>
          <a:xfrm>
            <a:off x="1029286" y="277657"/>
            <a:ext cx="8952914"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1"/>
              </a:buClr>
              <a:buSzPts val="4400"/>
              <a:buFont typeface="Calibri" panose="020F0502020204030204"/>
              <a:buNone/>
            </a:pPr>
            <a:r>
              <a:rPr lang="en-US" b="1" u="sng" dirty="0">
                <a:solidFill>
                  <a:srgbClr val="002060"/>
                </a:solidFill>
                <a:latin typeface="Times New Roman" panose="02020603050405020304" pitchFamily="18" charset="0"/>
                <a:cs typeface="Times New Roman" panose="02020603050405020304" pitchFamily="18" charset="0"/>
              </a:rPr>
              <a:t>Introduction</a:t>
            </a:r>
            <a:endParaRPr u="sng" dirty="0">
              <a:solidFill>
                <a:srgbClr val="002060"/>
              </a:solidFill>
              <a:latin typeface="Times New Roman" panose="02020603050405020304" pitchFamily="18" charset="0"/>
              <a:cs typeface="Times New Roman" panose="02020603050405020304" pitchFamily="18" charset="0"/>
            </a:endParaRPr>
          </a:p>
        </p:txBody>
      </p:sp>
      <p:sp>
        <p:nvSpPr>
          <p:cNvPr id="141" name="Google Shape;141;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lang="en-US"/>
          </a:p>
        </p:txBody>
      </p:sp>
      <p:sp>
        <p:nvSpPr>
          <p:cNvPr id="142" name="Google Shape;142;p17"/>
          <p:cNvSpPr/>
          <p:nvPr/>
        </p:nvSpPr>
        <p:spPr>
          <a:xfrm>
            <a:off x="0" y="0"/>
            <a:ext cx="12192000" cy="6858000"/>
          </a:xfrm>
          <a:prstGeom prst="rect">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43" name="Google Shape;143;p17"/>
          <p:cNvSpPr/>
          <p:nvPr/>
        </p:nvSpPr>
        <p:spPr>
          <a:xfrm>
            <a:off x="126609" y="103306"/>
            <a:ext cx="11915336" cy="6608933"/>
          </a:xfrm>
          <a:prstGeom prst="roundRect">
            <a:avLst>
              <a:gd name="adj" fmla="val 16667"/>
            </a:avLst>
          </a:prstGeom>
          <a:noFill/>
          <a:ln w="9525" cap="flat" cmpd="thinThick">
            <a:solidFill>
              <a:srgbClr val="42719B">
                <a:alpha val="78823"/>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44" name="Google Shape;144;p17"/>
          <p:cNvSpPr/>
          <p:nvPr/>
        </p:nvSpPr>
        <p:spPr>
          <a:xfrm>
            <a:off x="811250" y="1828553"/>
            <a:ext cx="10668000" cy="4332000"/>
          </a:xfrm>
          <a:prstGeom prst="rect">
            <a:avLst/>
          </a:prstGeom>
          <a:noFill/>
          <a:ln>
            <a:noFill/>
          </a:ln>
        </p:spPr>
        <p:txBody>
          <a:bodyPr spcFirstLastPara="1" wrap="square" lIns="91425" tIns="45700" rIns="91425" bIns="45700" anchor="t" anchorCtr="0">
            <a:noAutofit/>
          </a:bodyPr>
          <a:lstStyle/>
          <a:p>
            <a:pPr marL="457200" lvl="0" indent="-381000" algn="l" rtl="0">
              <a:spcBef>
                <a:spcPts val="0"/>
              </a:spcBef>
              <a:spcAft>
                <a:spcPts val="0"/>
              </a:spcAft>
              <a:buClr>
                <a:schemeClr val="dk1"/>
              </a:buClr>
              <a:buSzPts val="2400"/>
              <a:buFont typeface="Times New Roman" panose="02020603050405020304"/>
              <a:buChar char="●"/>
            </a:pPr>
            <a:endParaRPr dirty="0"/>
          </a:p>
        </p:txBody>
      </p:sp>
      <p:sp>
        <p:nvSpPr>
          <p:cNvPr id="8" name="TextBox 7"/>
          <p:cNvSpPr txBox="1"/>
          <p:nvPr/>
        </p:nvSpPr>
        <p:spPr>
          <a:xfrm>
            <a:off x="586141" y="1393790"/>
            <a:ext cx="10105534" cy="5262979"/>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DR is one of the most serious complications of diabetes.</a:t>
            </a:r>
          </a:p>
          <a:p>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Its leading cause of blindness worldwide. </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develops when high blood sugar damages the small blood vessels in the retina.                                            </a:t>
            </a:r>
          </a:p>
          <a:p>
            <a:r>
              <a:rPr lang="en-US" sz="24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Normal eye                                    Diabetic Retina</a:t>
            </a:r>
          </a:p>
          <a:p>
            <a:r>
              <a:rPr lang="en-US" sz="2400" dirty="0">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E9E1C58D-3E26-7966-C543-4C6288D91DC5}"/>
              </a:ext>
            </a:extLst>
          </p:cNvPr>
          <p:cNvPicPr>
            <a:picLocks noChangeAspect="1"/>
          </p:cNvPicPr>
          <p:nvPr/>
        </p:nvPicPr>
        <p:blipFill>
          <a:blip r:embed="rId3"/>
          <a:stretch>
            <a:fillRect/>
          </a:stretch>
        </p:blipFill>
        <p:spPr>
          <a:xfrm rot="10800000">
            <a:off x="4441274" y="2800999"/>
            <a:ext cx="5371842" cy="3359554"/>
          </a:xfrm>
          <a:prstGeom prst="rect">
            <a:avLst/>
          </a:prstGeom>
        </p:spPr>
      </p:pic>
      <p:pic>
        <p:nvPicPr>
          <p:cNvPr id="2" name="Picture 1">
            <a:extLst>
              <a:ext uri="{FF2B5EF4-FFF2-40B4-BE49-F238E27FC236}">
                <a16:creationId xmlns:a16="http://schemas.microsoft.com/office/drawing/2014/main" id="{BD8F0C68-DE18-D4AB-BCF9-2B37EFDF9FD0}"/>
              </a:ext>
            </a:extLst>
          </p:cNvPr>
          <p:cNvPicPr>
            <a:picLocks noChangeAspect="1"/>
          </p:cNvPicPr>
          <p:nvPr/>
        </p:nvPicPr>
        <p:blipFill>
          <a:blip r:embed="rId4"/>
          <a:stretch>
            <a:fillRect/>
          </a:stretch>
        </p:blipFill>
        <p:spPr>
          <a:xfrm>
            <a:off x="10222281" y="-126547"/>
            <a:ext cx="2101011" cy="206739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C7A52075-279E-82F8-81A1-AC927DD9F89E}"/>
            </a:ext>
          </a:extLst>
        </p:cNvPr>
        <p:cNvGrpSpPr/>
        <p:nvPr/>
      </p:nvGrpSpPr>
      <p:grpSpPr>
        <a:xfrm>
          <a:off x="0" y="0"/>
          <a:ext cx="0" cy="0"/>
          <a:chOff x="0" y="0"/>
          <a:chExt cx="0" cy="0"/>
        </a:xfrm>
      </p:grpSpPr>
      <p:sp>
        <p:nvSpPr>
          <p:cNvPr id="139" name="Google Shape;139;p17">
            <a:extLst>
              <a:ext uri="{FF2B5EF4-FFF2-40B4-BE49-F238E27FC236}">
                <a16:creationId xmlns:a16="http://schemas.microsoft.com/office/drawing/2014/main" id="{E90C9FF6-D7D0-FDDB-6F26-4AB0FB6FCAF2}"/>
              </a:ext>
            </a:extLst>
          </p:cNvPr>
          <p:cNvSpPr txBox="1">
            <a:spLocks noGrp="1"/>
          </p:cNvSpPr>
          <p:nvPr>
            <p:ph type="title"/>
          </p:nvPr>
        </p:nvSpPr>
        <p:spPr>
          <a:xfrm>
            <a:off x="1029286" y="277657"/>
            <a:ext cx="8952914"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1"/>
              </a:buClr>
              <a:buSzPts val="4400"/>
              <a:buFont typeface="Calibri" panose="020F0502020204030204"/>
              <a:buNone/>
            </a:pPr>
            <a:r>
              <a:rPr lang="en-US" b="1" u="sng" dirty="0">
                <a:solidFill>
                  <a:srgbClr val="002060"/>
                </a:solidFill>
                <a:latin typeface="Times New Roman" panose="02020603050405020304" pitchFamily="18" charset="0"/>
                <a:cs typeface="Times New Roman" panose="02020603050405020304" pitchFamily="18" charset="0"/>
              </a:rPr>
              <a:t>Introduction</a:t>
            </a:r>
            <a:endParaRPr u="sng" dirty="0">
              <a:solidFill>
                <a:srgbClr val="002060"/>
              </a:solidFill>
              <a:latin typeface="Times New Roman" panose="02020603050405020304" pitchFamily="18" charset="0"/>
              <a:cs typeface="Times New Roman" panose="02020603050405020304" pitchFamily="18" charset="0"/>
            </a:endParaRPr>
          </a:p>
        </p:txBody>
      </p:sp>
      <p:sp>
        <p:nvSpPr>
          <p:cNvPr id="141" name="Google Shape;141;p17">
            <a:extLst>
              <a:ext uri="{FF2B5EF4-FFF2-40B4-BE49-F238E27FC236}">
                <a16:creationId xmlns:a16="http://schemas.microsoft.com/office/drawing/2014/main" id="{6A07EDF1-219F-0ACD-8F95-DC8A1486A020}"/>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lang="en-US"/>
          </a:p>
        </p:txBody>
      </p:sp>
      <p:sp>
        <p:nvSpPr>
          <p:cNvPr id="142" name="Google Shape;142;p17">
            <a:extLst>
              <a:ext uri="{FF2B5EF4-FFF2-40B4-BE49-F238E27FC236}">
                <a16:creationId xmlns:a16="http://schemas.microsoft.com/office/drawing/2014/main" id="{2A7B182C-53F9-370D-2E33-CF646037F4E3}"/>
              </a:ext>
            </a:extLst>
          </p:cNvPr>
          <p:cNvSpPr/>
          <p:nvPr/>
        </p:nvSpPr>
        <p:spPr>
          <a:xfrm>
            <a:off x="0" y="0"/>
            <a:ext cx="12192000" cy="6858000"/>
          </a:xfrm>
          <a:prstGeom prst="rect">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43" name="Google Shape;143;p17">
            <a:extLst>
              <a:ext uri="{FF2B5EF4-FFF2-40B4-BE49-F238E27FC236}">
                <a16:creationId xmlns:a16="http://schemas.microsoft.com/office/drawing/2014/main" id="{347A4D3C-0780-23AF-4D68-020D9ADA305E}"/>
              </a:ext>
            </a:extLst>
          </p:cNvPr>
          <p:cNvSpPr/>
          <p:nvPr/>
        </p:nvSpPr>
        <p:spPr>
          <a:xfrm>
            <a:off x="126609" y="103306"/>
            <a:ext cx="11915336" cy="6608933"/>
          </a:xfrm>
          <a:prstGeom prst="roundRect">
            <a:avLst>
              <a:gd name="adj" fmla="val 16667"/>
            </a:avLst>
          </a:prstGeom>
          <a:noFill/>
          <a:ln w="9525" cap="flat" cmpd="thinThick">
            <a:solidFill>
              <a:srgbClr val="42719B">
                <a:alpha val="78823"/>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44" name="Google Shape;144;p17">
            <a:extLst>
              <a:ext uri="{FF2B5EF4-FFF2-40B4-BE49-F238E27FC236}">
                <a16:creationId xmlns:a16="http://schemas.microsoft.com/office/drawing/2014/main" id="{55556727-D3B7-8451-62FF-603219739912}"/>
              </a:ext>
            </a:extLst>
          </p:cNvPr>
          <p:cNvSpPr/>
          <p:nvPr/>
        </p:nvSpPr>
        <p:spPr>
          <a:xfrm>
            <a:off x="811250" y="1828553"/>
            <a:ext cx="10668000" cy="4332000"/>
          </a:xfrm>
          <a:prstGeom prst="rect">
            <a:avLst/>
          </a:prstGeom>
          <a:noFill/>
          <a:ln>
            <a:noFill/>
          </a:ln>
        </p:spPr>
        <p:txBody>
          <a:bodyPr spcFirstLastPara="1" wrap="square" lIns="91425" tIns="45700" rIns="91425" bIns="45700" anchor="t" anchorCtr="0">
            <a:noAutofit/>
          </a:bodyPr>
          <a:lstStyle/>
          <a:p>
            <a:pPr marL="457200" lvl="0" indent="-381000" algn="l" rtl="0">
              <a:spcBef>
                <a:spcPts val="0"/>
              </a:spcBef>
              <a:spcAft>
                <a:spcPts val="0"/>
              </a:spcAft>
              <a:buClr>
                <a:schemeClr val="dk1"/>
              </a:buClr>
              <a:buSzPts val="2400"/>
              <a:buFont typeface="Times New Roman" panose="02020603050405020304"/>
              <a:buChar char="●"/>
            </a:pPr>
            <a:endParaRPr dirty="0"/>
          </a:p>
        </p:txBody>
      </p:sp>
      <p:sp>
        <p:nvSpPr>
          <p:cNvPr id="8" name="TextBox 7">
            <a:extLst>
              <a:ext uri="{FF2B5EF4-FFF2-40B4-BE49-F238E27FC236}">
                <a16:creationId xmlns:a16="http://schemas.microsoft.com/office/drawing/2014/main" id="{C981F6FC-FB6C-7EB8-A8F4-F94C1CAA1B5F}"/>
              </a:ext>
            </a:extLst>
          </p:cNvPr>
          <p:cNvSpPr txBox="1"/>
          <p:nvPr/>
        </p:nvSpPr>
        <p:spPr>
          <a:xfrm>
            <a:off x="586141" y="1393790"/>
            <a:ext cx="10105534" cy="2677656"/>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Damaged blood vessels may leak fluid or blood . </a:t>
            </a:r>
          </a:p>
          <a:p>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left untreated, DR can progress to  cause vision loss. </a:t>
            </a:r>
          </a:p>
          <a:p>
            <a:pPr marL="285750"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Roughly, one-third of the 463 million people worldwide who have diabetes are affected by it </a:t>
            </a:r>
            <a:r>
              <a:rPr lang="en-US" sz="2400" dirty="0">
                <a:solidFill>
                  <a:srgbClr val="0070C0"/>
                </a:solidFill>
                <a:latin typeface="Times New Roman" panose="02020603050405020304" pitchFamily="18" charset="0"/>
                <a:cs typeface="Times New Roman" panose="02020603050405020304" pitchFamily="18" charset="0"/>
              </a:rPr>
              <a:t>[1].</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C2685F89-DB6F-464F-924B-E2054380ECEE}"/>
              </a:ext>
            </a:extLst>
          </p:cNvPr>
          <p:cNvPicPr>
            <a:picLocks noChangeAspect="1"/>
          </p:cNvPicPr>
          <p:nvPr/>
        </p:nvPicPr>
        <p:blipFill>
          <a:blip r:embed="rId3"/>
          <a:stretch>
            <a:fillRect/>
          </a:stretch>
        </p:blipFill>
        <p:spPr>
          <a:xfrm>
            <a:off x="10222281" y="-126547"/>
            <a:ext cx="2101011" cy="2067395"/>
          </a:xfrm>
          <a:prstGeom prst="rect">
            <a:avLst/>
          </a:prstGeom>
        </p:spPr>
      </p:pic>
      <p:pic>
        <p:nvPicPr>
          <p:cNvPr id="5" name="Picture 4">
            <a:extLst>
              <a:ext uri="{FF2B5EF4-FFF2-40B4-BE49-F238E27FC236}">
                <a16:creationId xmlns:a16="http://schemas.microsoft.com/office/drawing/2014/main" id="{9D5B1972-083A-6563-CA06-D16DE83C6792}"/>
              </a:ext>
            </a:extLst>
          </p:cNvPr>
          <p:cNvPicPr>
            <a:picLocks noChangeAspect="1"/>
          </p:cNvPicPr>
          <p:nvPr/>
        </p:nvPicPr>
        <p:blipFill>
          <a:blip r:embed="rId4"/>
          <a:stretch>
            <a:fillRect/>
          </a:stretch>
        </p:blipFill>
        <p:spPr>
          <a:xfrm>
            <a:off x="2332523" y="3328467"/>
            <a:ext cx="7172325" cy="3152775"/>
          </a:xfrm>
          <a:prstGeom prst="rect">
            <a:avLst/>
          </a:prstGeom>
        </p:spPr>
      </p:pic>
    </p:spTree>
    <p:extLst>
      <p:ext uri="{BB962C8B-B14F-4D97-AF65-F5344CB8AC3E}">
        <p14:creationId xmlns:p14="http://schemas.microsoft.com/office/powerpoint/2010/main" val="2796431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48D3D9A4-BCFE-E997-EBC6-F04AE3BD300B}"/>
            </a:ext>
          </a:extLst>
        </p:cNvPr>
        <p:cNvGrpSpPr/>
        <p:nvPr/>
      </p:nvGrpSpPr>
      <p:grpSpPr>
        <a:xfrm>
          <a:off x="0" y="0"/>
          <a:ext cx="0" cy="0"/>
          <a:chOff x="0" y="0"/>
          <a:chExt cx="0" cy="0"/>
        </a:xfrm>
      </p:grpSpPr>
      <p:sp>
        <p:nvSpPr>
          <p:cNvPr id="139" name="Google Shape;139;p17">
            <a:extLst>
              <a:ext uri="{FF2B5EF4-FFF2-40B4-BE49-F238E27FC236}">
                <a16:creationId xmlns:a16="http://schemas.microsoft.com/office/drawing/2014/main" id="{6B8B0C18-DE19-9056-2E06-42B37D55CB6A}"/>
              </a:ext>
            </a:extLst>
          </p:cNvPr>
          <p:cNvSpPr txBox="1">
            <a:spLocks noGrp="1"/>
          </p:cNvSpPr>
          <p:nvPr>
            <p:ph type="title"/>
          </p:nvPr>
        </p:nvSpPr>
        <p:spPr>
          <a:xfrm>
            <a:off x="1029286" y="277657"/>
            <a:ext cx="8952914"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1"/>
              </a:buClr>
              <a:buSzPts val="4400"/>
              <a:buFont typeface="Calibri" panose="020F0502020204030204"/>
              <a:buNone/>
            </a:pPr>
            <a:r>
              <a:rPr lang="en-US" b="1" u="sng" dirty="0">
                <a:solidFill>
                  <a:srgbClr val="002060"/>
                </a:solidFill>
                <a:latin typeface="Times New Roman" panose="02020603050405020304" pitchFamily="18" charset="0"/>
                <a:cs typeface="Times New Roman" panose="02020603050405020304" pitchFamily="18" charset="0"/>
              </a:rPr>
              <a:t>Introduction</a:t>
            </a:r>
            <a:endParaRPr u="sng" dirty="0">
              <a:solidFill>
                <a:srgbClr val="002060"/>
              </a:solidFill>
              <a:latin typeface="Times New Roman" panose="02020603050405020304" pitchFamily="18" charset="0"/>
              <a:cs typeface="Times New Roman" panose="02020603050405020304" pitchFamily="18" charset="0"/>
            </a:endParaRPr>
          </a:p>
        </p:txBody>
      </p:sp>
      <p:sp>
        <p:nvSpPr>
          <p:cNvPr id="141" name="Google Shape;141;p17">
            <a:extLst>
              <a:ext uri="{FF2B5EF4-FFF2-40B4-BE49-F238E27FC236}">
                <a16:creationId xmlns:a16="http://schemas.microsoft.com/office/drawing/2014/main" id="{9FD612B5-E40C-AD50-0794-5A281FD6EE38}"/>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lang="en-US"/>
          </a:p>
        </p:txBody>
      </p:sp>
      <p:sp>
        <p:nvSpPr>
          <p:cNvPr id="142" name="Google Shape;142;p17">
            <a:extLst>
              <a:ext uri="{FF2B5EF4-FFF2-40B4-BE49-F238E27FC236}">
                <a16:creationId xmlns:a16="http://schemas.microsoft.com/office/drawing/2014/main" id="{DE74AFB8-998D-4059-5D75-1889D1C4BAE9}"/>
              </a:ext>
            </a:extLst>
          </p:cNvPr>
          <p:cNvSpPr/>
          <p:nvPr/>
        </p:nvSpPr>
        <p:spPr>
          <a:xfrm>
            <a:off x="0" y="0"/>
            <a:ext cx="12192000" cy="6858000"/>
          </a:xfrm>
          <a:prstGeom prst="rect">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43" name="Google Shape;143;p17">
            <a:extLst>
              <a:ext uri="{FF2B5EF4-FFF2-40B4-BE49-F238E27FC236}">
                <a16:creationId xmlns:a16="http://schemas.microsoft.com/office/drawing/2014/main" id="{0E212807-B1B5-2D93-A11D-1671ACD3C0A1}"/>
              </a:ext>
            </a:extLst>
          </p:cNvPr>
          <p:cNvSpPr/>
          <p:nvPr/>
        </p:nvSpPr>
        <p:spPr>
          <a:xfrm>
            <a:off x="126609" y="103306"/>
            <a:ext cx="11915336" cy="6608933"/>
          </a:xfrm>
          <a:prstGeom prst="roundRect">
            <a:avLst>
              <a:gd name="adj" fmla="val 16667"/>
            </a:avLst>
          </a:prstGeom>
          <a:noFill/>
          <a:ln w="9525" cap="flat" cmpd="thinThick">
            <a:solidFill>
              <a:srgbClr val="42719B">
                <a:alpha val="78823"/>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44" name="Google Shape;144;p17">
            <a:extLst>
              <a:ext uri="{FF2B5EF4-FFF2-40B4-BE49-F238E27FC236}">
                <a16:creationId xmlns:a16="http://schemas.microsoft.com/office/drawing/2014/main" id="{D0DFA8B9-7F9D-D45B-0731-60AD52891004}"/>
              </a:ext>
            </a:extLst>
          </p:cNvPr>
          <p:cNvSpPr/>
          <p:nvPr/>
        </p:nvSpPr>
        <p:spPr>
          <a:xfrm>
            <a:off x="811250" y="1828553"/>
            <a:ext cx="10668000" cy="4332000"/>
          </a:xfrm>
          <a:prstGeom prst="rect">
            <a:avLst/>
          </a:prstGeom>
          <a:noFill/>
          <a:ln>
            <a:noFill/>
          </a:ln>
        </p:spPr>
        <p:txBody>
          <a:bodyPr spcFirstLastPara="1" wrap="square" lIns="91425" tIns="45700" rIns="91425" bIns="45700" anchor="t" anchorCtr="0">
            <a:noAutofit/>
          </a:bodyPr>
          <a:lstStyle/>
          <a:p>
            <a:pPr marL="457200" lvl="0" indent="-381000" algn="l" rtl="0">
              <a:spcBef>
                <a:spcPts val="0"/>
              </a:spcBef>
              <a:spcAft>
                <a:spcPts val="0"/>
              </a:spcAft>
              <a:buClr>
                <a:schemeClr val="dk1"/>
              </a:buClr>
              <a:buSzPts val="2400"/>
              <a:buFont typeface="Times New Roman" panose="02020603050405020304"/>
              <a:buChar char="●"/>
            </a:pPr>
            <a:endParaRPr dirty="0"/>
          </a:p>
        </p:txBody>
      </p:sp>
      <p:sp>
        <p:nvSpPr>
          <p:cNvPr id="8" name="TextBox 7">
            <a:extLst>
              <a:ext uri="{FF2B5EF4-FFF2-40B4-BE49-F238E27FC236}">
                <a16:creationId xmlns:a16="http://schemas.microsoft.com/office/drawing/2014/main" id="{FE2BF7F3-4F62-F2A5-DCA7-64F57C50F8B5}"/>
              </a:ext>
            </a:extLst>
          </p:cNvPr>
          <p:cNvSpPr txBox="1"/>
          <p:nvPr/>
        </p:nvSpPr>
        <p:spPr>
          <a:xfrm>
            <a:off x="248555" y="1524137"/>
            <a:ext cx="10359189" cy="3416320"/>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The International Diabetes Federation (IDF) projects that there will be a significant increase in the global diabetes population from roughly 552 million in 2035 to 642 million in 2040 </a:t>
            </a:r>
            <a:r>
              <a:rPr lang="en-US" sz="2400" dirty="0">
                <a:solidFill>
                  <a:srgbClr val="0070C0"/>
                </a:solidFill>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has been seen that 25 % of all diabetics develop this complication after 10 years of developing Diabetes.</a:t>
            </a:r>
          </a:p>
          <a:p>
            <a:pPr marL="285750"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50 % develop it after 20 years of developing diabetes. </a:t>
            </a:r>
          </a:p>
          <a:p>
            <a:endParaRPr lang="en-US"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C48DEB3-4EF9-2E39-8DC5-2F3CE1BB4172}"/>
              </a:ext>
            </a:extLst>
          </p:cNvPr>
          <p:cNvPicPr>
            <a:picLocks noChangeAspect="1"/>
          </p:cNvPicPr>
          <p:nvPr/>
        </p:nvPicPr>
        <p:blipFill>
          <a:blip r:embed="rId3"/>
          <a:stretch>
            <a:fillRect/>
          </a:stretch>
        </p:blipFill>
        <p:spPr>
          <a:xfrm>
            <a:off x="6477466" y="3784744"/>
            <a:ext cx="5686425" cy="3000375"/>
          </a:xfrm>
          <a:prstGeom prst="rect">
            <a:avLst/>
          </a:prstGeom>
        </p:spPr>
      </p:pic>
      <p:pic>
        <p:nvPicPr>
          <p:cNvPr id="2" name="Picture 1">
            <a:extLst>
              <a:ext uri="{FF2B5EF4-FFF2-40B4-BE49-F238E27FC236}">
                <a16:creationId xmlns:a16="http://schemas.microsoft.com/office/drawing/2014/main" id="{F80E1B52-4269-2A8E-DFF9-D5F359ABFA84}"/>
              </a:ext>
            </a:extLst>
          </p:cNvPr>
          <p:cNvPicPr>
            <a:picLocks noChangeAspect="1"/>
          </p:cNvPicPr>
          <p:nvPr/>
        </p:nvPicPr>
        <p:blipFill>
          <a:blip r:embed="rId4"/>
          <a:stretch>
            <a:fillRect/>
          </a:stretch>
        </p:blipFill>
        <p:spPr>
          <a:xfrm>
            <a:off x="10222281" y="-126547"/>
            <a:ext cx="2101011" cy="2067395"/>
          </a:xfrm>
          <a:prstGeom prst="rect">
            <a:avLst/>
          </a:prstGeom>
        </p:spPr>
      </p:pic>
    </p:spTree>
    <p:extLst>
      <p:ext uri="{BB962C8B-B14F-4D97-AF65-F5344CB8AC3E}">
        <p14:creationId xmlns:p14="http://schemas.microsoft.com/office/powerpoint/2010/main" val="3507152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3359B8AB-B240-C51E-7C94-C5CB13C629EB}"/>
            </a:ext>
          </a:extLst>
        </p:cNvPr>
        <p:cNvGrpSpPr/>
        <p:nvPr/>
      </p:nvGrpSpPr>
      <p:grpSpPr>
        <a:xfrm>
          <a:off x="0" y="0"/>
          <a:ext cx="0" cy="0"/>
          <a:chOff x="0" y="0"/>
          <a:chExt cx="0" cy="0"/>
        </a:xfrm>
      </p:grpSpPr>
      <p:sp>
        <p:nvSpPr>
          <p:cNvPr id="139" name="Google Shape;139;p17">
            <a:extLst>
              <a:ext uri="{FF2B5EF4-FFF2-40B4-BE49-F238E27FC236}">
                <a16:creationId xmlns:a16="http://schemas.microsoft.com/office/drawing/2014/main" id="{4A797654-1D97-0999-A91F-FE3FA2CF3755}"/>
              </a:ext>
            </a:extLst>
          </p:cNvPr>
          <p:cNvSpPr txBox="1">
            <a:spLocks noGrp="1"/>
          </p:cNvSpPr>
          <p:nvPr>
            <p:ph type="title"/>
          </p:nvPr>
        </p:nvSpPr>
        <p:spPr>
          <a:xfrm>
            <a:off x="1029286" y="277657"/>
            <a:ext cx="8952914"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1"/>
              </a:buClr>
              <a:buSzPts val="4400"/>
              <a:buFont typeface="Calibri" panose="020F0502020204030204"/>
              <a:buNone/>
            </a:pPr>
            <a:r>
              <a:rPr lang="en-US" b="1" u="sng" dirty="0">
                <a:solidFill>
                  <a:srgbClr val="002060"/>
                </a:solidFill>
                <a:latin typeface="Times New Roman" panose="02020603050405020304" pitchFamily="18" charset="0"/>
                <a:cs typeface="Times New Roman" panose="02020603050405020304" pitchFamily="18" charset="0"/>
              </a:rPr>
              <a:t>Stages of Diabetic Retinopathy</a:t>
            </a:r>
            <a:endParaRPr u="sng" dirty="0">
              <a:solidFill>
                <a:srgbClr val="002060"/>
              </a:solidFill>
              <a:latin typeface="Times New Roman" panose="02020603050405020304" pitchFamily="18" charset="0"/>
              <a:cs typeface="Times New Roman" panose="02020603050405020304" pitchFamily="18" charset="0"/>
            </a:endParaRPr>
          </a:p>
        </p:txBody>
      </p:sp>
      <p:sp>
        <p:nvSpPr>
          <p:cNvPr id="141" name="Google Shape;141;p17">
            <a:extLst>
              <a:ext uri="{FF2B5EF4-FFF2-40B4-BE49-F238E27FC236}">
                <a16:creationId xmlns:a16="http://schemas.microsoft.com/office/drawing/2014/main" id="{183E3751-5B05-3384-E731-E1532720E068}"/>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lang="en-US"/>
          </a:p>
        </p:txBody>
      </p:sp>
      <p:sp>
        <p:nvSpPr>
          <p:cNvPr id="142" name="Google Shape;142;p17">
            <a:extLst>
              <a:ext uri="{FF2B5EF4-FFF2-40B4-BE49-F238E27FC236}">
                <a16:creationId xmlns:a16="http://schemas.microsoft.com/office/drawing/2014/main" id="{95BD2D6A-0F53-C8E4-AAC9-B0279174CBD1}"/>
              </a:ext>
            </a:extLst>
          </p:cNvPr>
          <p:cNvSpPr/>
          <p:nvPr/>
        </p:nvSpPr>
        <p:spPr>
          <a:xfrm>
            <a:off x="0" y="0"/>
            <a:ext cx="12192000" cy="6858000"/>
          </a:xfrm>
          <a:prstGeom prst="rect">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43" name="Google Shape;143;p17">
            <a:extLst>
              <a:ext uri="{FF2B5EF4-FFF2-40B4-BE49-F238E27FC236}">
                <a16:creationId xmlns:a16="http://schemas.microsoft.com/office/drawing/2014/main" id="{89CC1C6D-B912-4045-5BA8-7836586E9BBC}"/>
              </a:ext>
            </a:extLst>
          </p:cNvPr>
          <p:cNvSpPr/>
          <p:nvPr/>
        </p:nvSpPr>
        <p:spPr>
          <a:xfrm>
            <a:off x="126609" y="103306"/>
            <a:ext cx="11915336" cy="6608933"/>
          </a:xfrm>
          <a:prstGeom prst="roundRect">
            <a:avLst>
              <a:gd name="adj" fmla="val 16667"/>
            </a:avLst>
          </a:prstGeom>
          <a:noFill/>
          <a:ln w="9525" cap="flat" cmpd="thinThick">
            <a:solidFill>
              <a:srgbClr val="42719B">
                <a:alpha val="78823"/>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44" name="Google Shape;144;p17">
            <a:extLst>
              <a:ext uri="{FF2B5EF4-FFF2-40B4-BE49-F238E27FC236}">
                <a16:creationId xmlns:a16="http://schemas.microsoft.com/office/drawing/2014/main" id="{FED317D8-5FF5-6DF5-C9C0-6E2E90E27249}"/>
              </a:ext>
            </a:extLst>
          </p:cNvPr>
          <p:cNvSpPr/>
          <p:nvPr/>
        </p:nvSpPr>
        <p:spPr>
          <a:xfrm>
            <a:off x="811250" y="1828553"/>
            <a:ext cx="10668000" cy="4332000"/>
          </a:xfrm>
          <a:prstGeom prst="rect">
            <a:avLst/>
          </a:prstGeom>
          <a:noFill/>
          <a:ln>
            <a:noFill/>
          </a:ln>
        </p:spPr>
        <p:txBody>
          <a:bodyPr spcFirstLastPara="1" wrap="square" lIns="91425" tIns="45700" rIns="91425" bIns="45700" anchor="t" anchorCtr="0">
            <a:noAutofit/>
          </a:bodyPr>
          <a:lstStyle/>
          <a:p>
            <a:pPr marL="457200" lvl="0" indent="-381000" algn="l" rtl="0">
              <a:spcBef>
                <a:spcPts val="0"/>
              </a:spcBef>
              <a:spcAft>
                <a:spcPts val="0"/>
              </a:spcAft>
              <a:buClr>
                <a:schemeClr val="dk1"/>
              </a:buClr>
              <a:buSzPts val="2400"/>
              <a:buFont typeface="Times New Roman" panose="02020603050405020304"/>
              <a:buChar char="●"/>
            </a:pPr>
            <a:endParaRPr dirty="0"/>
          </a:p>
        </p:txBody>
      </p:sp>
      <p:pic>
        <p:nvPicPr>
          <p:cNvPr id="5" name="Picture 4">
            <a:extLst>
              <a:ext uri="{FF2B5EF4-FFF2-40B4-BE49-F238E27FC236}">
                <a16:creationId xmlns:a16="http://schemas.microsoft.com/office/drawing/2014/main" id="{98C1A8D3-42F6-99DD-05DF-868B6AE68A61}"/>
              </a:ext>
            </a:extLst>
          </p:cNvPr>
          <p:cNvPicPr>
            <a:picLocks noChangeAspect="1"/>
          </p:cNvPicPr>
          <p:nvPr/>
        </p:nvPicPr>
        <p:blipFill>
          <a:blip r:embed="rId3"/>
          <a:stretch>
            <a:fillRect/>
          </a:stretch>
        </p:blipFill>
        <p:spPr>
          <a:xfrm>
            <a:off x="1140904" y="1603220"/>
            <a:ext cx="9148010" cy="4645779"/>
          </a:xfrm>
          <a:prstGeom prst="rect">
            <a:avLst/>
          </a:prstGeom>
        </p:spPr>
      </p:pic>
      <p:pic>
        <p:nvPicPr>
          <p:cNvPr id="2" name="Picture 1">
            <a:extLst>
              <a:ext uri="{FF2B5EF4-FFF2-40B4-BE49-F238E27FC236}">
                <a16:creationId xmlns:a16="http://schemas.microsoft.com/office/drawing/2014/main" id="{B4F46385-2EB4-FB8E-A7E1-5B4D86A07410}"/>
              </a:ext>
            </a:extLst>
          </p:cNvPr>
          <p:cNvPicPr>
            <a:picLocks noChangeAspect="1"/>
          </p:cNvPicPr>
          <p:nvPr/>
        </p:nvPicPr>
        <p:blipFill>
          <a:blip r:embed="rId4"/>
          <a:stretch>
            <a:fillRect/>
          </a:stretch>
        </p:blipFill>
        <p:spPr>
          <a:xfrm>
            <a:off x="10222281" y="-126547"/>
            <a:ext cx="2101011" cy="2067395"/>
          </a:xfrm>
          <a:prstGeom prst="rect">
            <a:avLst/>
          </a:prstGeom>
        </p:spPr>
      </p:pic>
    </p:spTree>
    <p:extLst>
      <p:ext uri="{BB962C8B-B14F-4D97-AF65-F5344CB8AC3E}">
        <p14:creationId xmlns:p14="http://schemas.microsoft.com/office/powerpoint/2010/main" val="4253977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728A1703-F5C8-8E4C-A5E6-3A8A20B234F4}"/>
            </a:ext>
          </a:extLst>
        </p:cNvPr>
        <p:cNvGrpSpPr/>
        <p:nvPr/>
      </p:nvGrpSpPr>
      <p:grpSpPr>
        <a:xfrm>
          <a:off x="0" y="0"/>
          <a:ext cx="0" cy="0"/>
          <a:chOff x="0" y="0"/>
          <a:chExt cx="0" cy="0"/>
        </a:xfrm>
      </p:grpSpPr>
      <p:sp>
        <p:nvSpPr>
          <p:cNvPr id="139" name="Google Shape;139;p17">
            <a:extLst>
              <a:ext uri="{FF2B5EF4-FFF2-40B4-BE49-F238E27FC236}">
                <a16:creationId xmlns:a16="http://schemas.microsoft.com/office/drawing/2014/main" id="{0E027B2E-6ED5-884D-7E48-13F1F11F12B8}"/>
              </a:ext>
            </a:extLst>
          </p:cNvPr>
          <p:cNvSpPr txBox="1">
            <a:spLocks noGrp="1"/>
          </p:cNvSpPr>
          <p:nvPr>
            <p:ph type="title"/>
          </p:nvPr>
        </p:nvSpPr>
        <p:spPr>
          <a:xfrm>
            <a:off x="1029286" y="867824"/>
            <a:ext cx="8952914" cy="1325563"/>
          </a:xfrm>
          <a:prstGeom prst="rect">
            <a:avLst/>
          </a:prstGeom>
          <a:noFill/>
          <a:ln>
            <a:noFill/>
          </a:ln>
        </p:spPr>
        <p:txBody>
          <a:bodyPr spcFirstLastPara="1" wrap="square" lIns="91425" tIns="45700" rIns="91425" bIns="45700" anchor="ctr" anchorCtr="0">
            <a:normAutofit/>
          </a:bodyPr>
          <a:lstStyle/>
          <a:p>
            <a:pPr algn="ctr">
              <a:buClr>
                <a:schemeClr val="accent1"/>
              </a:buClr>
              <a:buSzPts val="4400"/>
            </a:pPr>
            <a:r>
              <a:rPr lang="en-US" b="1" u="sng" dirty="0">
                <a:solidFill>
                  <a:srgbClr val="002060"/>
                </a:solidFill>
                <a:latin typeface="Times New Roman" panose="02020603050405020304" pitchFamily="18" charset="0"/>
                <a:cs typeface="Times New Roman" panose="02020603050405020304" pitchFamily="18" charset="0"/>
              </a:rPr>
              <a:t>Approaches used in Classification</a:t>
            </a:r>
            <a:br>
              <a:rPr lang="en-US" u="sng" dirty="0">
                <a:solidFill>
                  <a:srgbClr val="002060"/>
                </a:solidFill>
                <a:latin typeface="Times New Roman" panose="02020603050405020304" pitchFamily="18" charset="0"/>
                <a:cs typeface="Times New Roman" panose="02020603050405020304" pitchFamily="18" charset="0"/>
              </a:rPr>
            </a:br>
            <a:endParaRPr u="sng" dirty="0">
              <a:solidFill>
                <a:srgbClr val="002060"/>
              </a:solidFill>
              <a:latin typeface="Times New Roman" panose="02020603050405020304" pitchFamily="18" charset="0"/>
              <a:cs typeface="Times New Roman" panose="02020603050405020304" pitchFamily="18" charset="0"/>
            </a:endParaRPr>
          </a:p>
        </p:txBody>
      </p:sp>
      <p:sp>
        <p:nvSpPr>
          <p:cNvPr id="141" name="Google Shape;141;p17">
            <a:extLst>
              <a:ext uri="{FF2B5EF4-FFF2-40B4-BE49-F238E27FC236}">
                <a16:creationId xmlns:a16="http://schemas.microsoft.com/office/drawing/2014/main" id="{601B9B31-D708-5D2A-D1CC-DF2089993344}"/>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lang="en-US"/>
          </a:p>
        </p:txBody>
      </p:sp>
      <p:sp>
        <p:nvSpPr>
          <p:cNvPr id="142" name="Google Shape;142;p17">
            <a:extLst>
              <a:ext uri="{FF2B5EF4-FFF2-40B4-BE49-F238E27FC236}">
                <a16:creationId xmlns:a16="http://schemas.microsoft.com/office/drawing/2014/main" id="{FACDC557-7D64-744C-4752-019D19C066A7}"/>
              </a:ext>
            </a:extLst>
          </p:cNvPr>
          <p:cNvSpPr/>
          <p:nvPr/>
        </p:nvSpPr>
        <p:spPr>
          <a:xfrm>
            <a:off x="0" y="0"/>
            <a:ext cx="12192000" cy="6858000"/>
          </a:xfrm>
          <a:prstGeom prst="rect">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43" name="Google Shape;143;p17">
            <a:extLst>
              <a:ext uri="{FF2B5EF4-FFF2-40B4-BE49-F238E27FC236}">
                <a16:creationId xmlns:a16="http://schemas.microsoft.com/office/drawing/2014/main" id="{E9A96B4F-8D83-239A-9361-DC6054D2DDDF}"/>
              </a:ext>
            </a:extLst>
          </p:cNvPr>
          <p:cNvSpPr/>
          <p:nvPr/>
        </p:nvSpPr>
        <p:spPr>
          <a:xfrm>
            <a:off x="126609" y="103306"/>
            <a:ext cx="11915336" cy="6608933"/>
          </a:xfrm>
          <a:prstGeom prst="roundRect">
            <a:avLst>
              <a:gd name="adj" fmla="val 16667"/>
            </a:avLst>
          </a:prstGeom>
          <a:noFill/>
          <a:ln w="9525" cap="flat" cmpd="thinThick">
            <a:solidFill>
              <a:srgbClr val="42719B">
                <a:alpha val="78823"/>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44" name="Google Shape;144;p17">
            <a:extLst>
              <a:ext uri="{FF2B5EF4-FFF2-40B4-BE49-F238E27FC236}">
                <a16:creationId xmlns:a16="http://schemas.microsoft.com/office/drawing/2014/main" id="{B5D36C3E-780C-C07E-C363-7CE10176F218}"/>
              </a:ext>
            </a:extLst>
          </p:cNvPr>
          <p:cNvSpPr/>
          <p:nvPr/>
        </p:nvSpPr>
        <p:spPr>
          <a:xfrm>
            <a:off x="811250" y="1828553"/>
            <a:ext cx="10668000" cy="4332000"/>
          </a:xfrm>
          <a:prstGeom prst="rect">
            <a:avLst/>
          </a:prstGeom>
          <a:noFill/>
          <a:ln>
            <a:noFill/>
          </a:ln>
        </p:spPr>
        <p:txBody>
          <a:bodyPr spcFirstLastPara="1" wrap="square" lIns="91425" tIns="45700" rIns="91425" bIns="45700" anchor="t" anchorCtr="0">
            <a:noAutofit/>
          </a:bodyPr>
          <a:lstStyle/>
          <a:p>
            <a:pPr marL="457200" lvl="0" indent="-381000" algn="l" rtl="0">
              <a:spcBef>
                <a:spcPts val="0"/>
              </a:spcBef>
              <a:spcAft>
                <a:spcPts val="0"/>
              </a:spcAft>
              <a:buClr>
                <a:schemeClr val="dk1"/>
              </a:buClr>
              <a:buSzPts val="2400"/>
              <a:buFont typeface="Times New Roman" panose="02020603050405020304"/>
              <a:buChar char="●"/>
            </a:pPr>
            <a:endParaRPr dirty="0"/>
          </a:p>
        </p:txBody>
      </p:sp>
      <p:sp>
        <p:nvSpPr>
          <p:cNvPr id="8" name="TextBox 7">
            <a:extLst>
              <a:ext uri="{FF2B5EF4-FFF2-40B4-BE49-F238E27FC236}">
                <a16:creationId xmlns:a16="http://schemas.microsoft.com/office/drawing/2014/main" id="{E0272D87-0D8D-0EAC-3715-98973CD94E22}"/>
              </a:ext>
            </a:extLst>
          </p:cNvPr>
          <p:cNvSpPr txBox="1"/>
          <p:nvPr/>
        </p:nvSpPr>
        <p:spPr>
          <a:xfrm>
            <a:off x="898483" y="2009363"/>
            <a:ext cx="9796494" cy="3416320"/>
          </a:xfrm>
          <a:prstGeom prst="rect">
            <a:avLst/>
          </a:prstGeom>
          <a:noFill/>
        </p:spPr>
        <p:txBody>
          <a:bodyPr wrap="square" rtlCol="0">
            <a:spAutoFit/>
          </a:bodyPr>
          <a:lstStyle/>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Deep Learning:</a:t>
            </a:r>
          </a:p>
          <a:p>
            <a:r>
              <a:rPr lang="en-US" sz="2400" dirty="0">
                <a:latin typeface="Times New Roman" panose="02020603050405020304" pitchFamily="18" charset="0"/>
                <a:cs typeface="Times New Roman" panose="02020603050405020304" pitchFamily="18" charset="0"/>
              </a:rPr>
              <a:t>     Learn patterns from many examples.</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Hybrid Models:</a:t>
            </a:r>
          </a:p>
          <a:p>
            <a:r>
              <a:rPr lang="en-US" sz="2400" dirty="0">
                <a:latin typeface="Times New Roman" panose="02020603050405020304" pitchFamily="18" charset="0"/>
                <a:cs typeface="Times New Roman" panose="02020603050405020304" pitchFamily="18" charset="0"/>
              </a:rPr>
              <a:t>     Combine methods to get better results.</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Vision Transformers:</a:t>
            </a:r>
          </a:p>
          <a:p>
            <a:r>
              <a:rPr lang="en-US" sz="2400" dirty="0">
                <a:latin typeface="Times New Roman" panose="02020603050405020304" pitchFamily="18" charset="0"/>
                <a:cs typeface="Times New Roman" panose="02020603050405020304" pitchFamily="18" charset="0"/>
              </a:rPr>
              <a:t>     Use attention to see the whole image.</a:t>
            </a:r>
          </a:p>
          <a:p>
            <a:endParaRPr lang="en-US" sz="24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CB443B2B-87B9-CEB9-A953-3A3528E5BA01}"/>
              </a:ext>
            </a:extLst>
          </p:cNvPr>
          <p:cNvPicPr>
            <a:picLocks noChangeAspect="1"/>
          </p:cNvPicPr>
          <p:nvPr/>
        </p:nvPicPr>
        <p:blipFill>
          <a:blip r:embed="rId3"/>
          <a:stretch>
            <a:fillRect/>
          </a:stretch>
        </p:blipFill>
        <p:spPr>
          <a:xfrm>
            <a:off x="10222281" y="-126547"/>
            <a:ext cx="2101011" cy="2067395"/>
          </a:xfrm>
          <a:prstGeom prst="rect">
            <a:avLst/>
          </a:prstGeom>
        </p:spPr>
      </p:pic>
    </p:spTree>
    <p:extLst>
      <p:ext uri="{BB962C8B-B14F-4D97-AF65-F5344CB8AC3E}">
        <p14:creationId xmlns:p14="http://schemas.microsoft.com/office/powerpoint/2010/main" val="1997697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graphicFrame>
        <p:nvGraphicFramePr>
          <p:cNvPr id="5" name="Table 4"/>
          <p:cNvGraphicFramePr>
            <a:graphicFrameLocks noGrp="1"/>
          </p:cNvGraphicFramePr>
          <p:nvPr>
            <p:custDataLst>
              <p:tags r:id="rId1"/>
            </p:custDataLst>
            <p:extLst>
              <p:ext uri="{D42A27DB-BD31-4B8C-83A1-F6EECF244321}">
                <p14:modId xmlns:p14="http://schemas.microsoft.com/office/powerpoint/2010/main" val="2549820634"/>
              </p:ext>
            </p:extLst>
          </p:nvPr>
        </p:nvGraphicFramePr>
        <p:xfrm>
          <a:off x="609600" y="1940848"/>
          <a:ext cx="10972799" cy="4750068"/>
        </p:xfrm>
        <a:graphic>
          <a:graphicData uri="http://schemas.openxmlformats.org/drawingml/2006/table">
            <a:tbl>
              <a:tblPr firstRow="1" bandRow="1">
                <a:tableStyleId>{616DA210-FB5B-4158-B5E0-FEB733F419BA}</a:tableStyleId>
              </a:tblPr>
              <a:tblGrid>
                <a:gridCol w="2041236">
                  <a:extLst>
                    <a:ext uri="{9D8B030D-6E8A-4147-A177-3AD203B41FA5}">
                      <a16:colId xmlns:a16="http://schemas.microsoft.com/office/drawing/2014/main" val="20000"/>
                    </a:ext>
                  </a:extLst>
                </a:gridCol>
                <a:gridCol w="2041236">
                  <a:extLst>
                    <a:ext uri="{9D8B030D-6E8A-4147-A177-3AD203B41FA5}">
                      <a16:colId xmlns:a16="http://schemas.microsoft.com/office/drawing/2014/main" val="20001"/>
                    </a:ext>
                  </a:extLst>
                </a:gridCol>
                <a:gridCol w="2420768">
                  <a:extLst>
                    <a:ext uri="{9D8B030D-6E8A-4147-A177-3AD203B41FA5}">
                      <a16:colId xmlns:a16="http://schemas.microsoft.com/office/drawing/2014/main" val="20002"/>
                    </a:ext>
                  </a:extLst>
                </a:gridCol>
                <a:gridCol w="2231000">
                  <a:extLst>
                    <a:ext uri="{9D8B030D-6E8A-4147-A177-3AD203B41FA5}">
                      <a16:colId xmlns:a16="http://schemas.microsoft.com/office/drawing/2014/main" val="20003"/>
                    </a:ext>
                  </a:extLst>
                </a:gridCol>
                <a:gridCol w="2238559">
                  <a:extLst>
                    <a:ext uri="{9D8B030D-6E8A-4147-A177-3AD203B41FA5}">
                      <a16:colId xmlns:a16="http://schemas.microsoft.com/office/drawing/2014/main" val="20004"/>
                    </a:ext>
                  </a:extLst>
                </a:gridCol>
              </a:tblGrid>
              <a:tr h="381140">
                <a:tc>
                  <a:txBody>
                    <a:bodyPr/>
                    <a:lstStyle/>
                    <a:p>
                      <a:pPr marL="0" marR="0" algn="l">
                        <a:lnSpc>
                          <a:spcPct val="107000"/>
                        </a:lnSpc>
                        <a:spcAft>
                          <a:spcPts val="800"/>
                        </a:spcAft>
                        <a:buNone/>
                      </a:pPr>
                      <a:r>
                        <a:rPr lang="en-US" sz="1400" b="1" dirty="0">
                          <a:effectLst/>
                          <a:latin typeface="Times New Roman" panose="02020603050405020304" pitchFamily="18" charset="0"/>
                          <a:ea typeface="Calibri" panose="020F0502020204030204" pitchFamily="34" charset="0"/>
                          <a:cs typeface="Arial" panose="020B0604020202020204" pitchFamily="34" charset="0"/>
                        </a:rPr>
                        <a:t>Ref</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b="1">
                          <a:effectLst/>
                          <a:latin typeface="Times New Roman" panose="02020603050405020304" pitchFamily="18" charset="0"/>
                          <a:ea typeface="Calibri" panose="020F0502020204030204" pitchFamily="34" charset="0"/>
                          <a:cs typeface="Arial" panose="020B0604020202020204" pitchFamily="34" charset="0"/>
                        </a:rPr>
                        <a:t>Title</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b="1">
                          <a:effectLst/>
                          <a:latin typeface="Times New Roman" panose="02020603050405020304" pitchFamily="18" charset="0"/>
                          <a:ea typeface="Calibri" panose="020F0502020204030204" pitchFamily="34" charset="0"/>
                          <a:cs typeface="Arial" panose="020B0604020202020204" pitchFamily="34" charset="0"/>
                        </a:rPr>
                        <a:t>Method/Approaches</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b="1">
                          <a:effectLst/>
                          <a:latin typeface="Times New Roman" panose="02020603050405020304" pitchFamily="18" charset="0"/>
                          <a:ea typeface="Calibri" panose="020F0502020204030204" pitchFamily="34" charset="0"/>
                          <a:cs typeface="Arial" panose="020B0604020202020204" pitchFamily="34" charset="0"/>
                        </a:rPr>
                        <a:t>Dataset</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b="1">
                          <a:effectLst/>
                          <a:latin typeface="Times New Roman" panose="02020603050405020304" pitchFamily="18" charset="0"/>
                          <a:ea typeface="Calibri" panose="020F0502020204030204" pitchFamily="34" charset="0"/>
                          <a:cs typeface="Arial" panose="020B0604020202020204" pitchFamily="34" charset="0"/>
                        </a:rPr>
                        <a:t>Acc (%)</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0"/>
                  </a:ext>
                </a:extLst>
              </a:tr>
              <a:tr h="809390">
                <a:tc>
                  <a:txBody>
                    <a:bodyPr/>
                    <a:lstStyle/>
                    <a:p>
                      <a:pPr marL="0" marR="0" algn="l">
                        <a:lnSpc>
                          <a:spcPct val="107000"/>
                        </a:lnSpc>
                        <a:spcAft>
                          <a:spcPts val="800"/>
                        </a:spcAft>
                        <a:buNone/>
                      </a:pPr>
                      <a:r>
                        <a:rPr lang="en-US" sz="1400" dirty="0">
                          <a:solidFill>
                            <a:srgbClr val="0070C0"/>
                          </a:solidFill>
                          <a:effectLst/>
                          <a:latin typeface="Times New Roman" panose="02020603050405020304" pitchFamily="18" charset="0"/>
                          <a:ea typeface="Calibri" panose="020F0502020204030204" pitchFamily="34" charset="0"/>
                          <a:cs typeface="Arial" panose="020B0604020202020204" pitchFamily="34" charset="0"/>
                        </a:rPr>
                        <a:t>[3]</a:t>
                      </a:r>
                      <a:endParaRPr lang="en-US" sz="14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DR Classification Using Hybrid Color-Based CLAHE and Blood Vessel in Deep CNN</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BV segmentation + CLAHE-TH enhancement, fused features into VGG19 / InceptionV3 classifier.</a:t>
                      </a: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 </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Kaggle DR detection dataset </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96%</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384675187"/>
                  </a:ext>
                </a:extLst>
              </a:tr>
              <a:tr h="0">
                <a:tc>
                  <a:txBody>
                    <a:bodyPr/>
                    <a:lstStyle/>
                    <a:p>
                      <a:pPr marL="0" marR="0" algn="l">
                        <a:lnSpc>
                          <a:spcPct val="107000"/>
                        </a:lnSpc>
                        <a:spcAft>
                          <a:spcPts val="800"/>
                        </a:spcAft>
                        <a:buNone/>
                      </a:pPr>
                      <a:r>
                        <a:rPr lang="en-US" sz="1400" dirty="0">
                          <a:solidFill>
                            <a:srgbClr val="0070C0"/>
                          </a:solidFill>
                          <a:effectLst/>
                          <a:latin typeface="Times New Roman" panose="02020603050405020304" pitchFamily="18" charset="0"/>
                          <a:ea typeface="Calibri" panose="020F0502020204030204" pitchFamily="34" charset="0"/>
                          <a:cs typeface="Arial" panose="020B0604020202020204" pitchFamily="34" charset="0"/>
                        </a:rPr>
                        <a:t>[4]</a:t>
                      </a:r>
                      <a:endParaRPr lang="en-US" sz="14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A DL based model for diabetic retinopathy grading</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Retinopathy Severity Grading Network (RSG-NET) CNN with preprocessing and augmentation.</a:t>
                      </a:r>
                      <a:endParaRPr lang="en-US" sz="1400">
                        <a:effectLst/>
                        <a:latin typeface="Calibri" panose="020F0502020204030204" pitchFamily="34" charset="0"/>
                        <a:ea typeface="Calibri" panose="020F0502020204030204" pitchFamily="34" charset="0"/>
                        <a:cs typeface="Arial" panose="020B0604020202020204" pitchFamily="34" charset="0"/>
                      </a:endParaRPr>
                    </a:p>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 </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indent="335915"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Messidor-1 </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99%</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231576334"/>
                  </a:ext>
                </a:extLst>
              </a:tr>
              <a:tr h="0">
                <a:tc>
                  <a:txBody>
                    <a:bodyPr/>
                    <a:lstStyle/>
                    <a:p>
                      <a:pPr marL="0" marR="0" algn="l">
                        <a:lnSpc>
                          <a:spcPct val="107000"/>
                        </a:lnSpc>
                        <a:spcAft>
                          <a:spcPts val="800"/>
                        </a:spcAft>
                        <a:buNone/>
                      </a:pPr>
                      <a:r>
                        <a:rPr lang="en-US" sz="1400" dirty="0">
                          <a:solidFill>
                            <a:srgbClr val="0070C0"/>
                          </a:solidFill>
                          <a:effectLst/>
                          <a:latin typeface="Times New Roman" panose="02020603050405020304" pitchFamily="18" charset="0"/>
                          <a:ea typeface="Calibri" panose="020F0502020204030204" pitchFamily="34" charset="0"/>
                          <a:cs typeface="Arial" panose="020B0604020202020204" pitchFamily="34" charset="0"/>
                        </a:rPr>
                        <a:t>[5]</a:t>
                      </a:r>
                      <a:endParaRPr lang="en-US" sz="14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A Lightweight Robust Deep Learning Model for DR classification</a:t>
                      </a:r>
                      <a:endParaRPr lang="en-US" sz="1400">
                        <a:effectLst/>
                        <a:latin typeface="Calibri" panose="020F0502020204030204" pitchFamily="34" charset="0"/>
                        <a:ea typeface="Calibri" panose="020F0502020204030204" pitchFamily="34" charset="0"/>
                        <a:cs typeface="Arial" panose="020B0604020202020204" pitchFamily="34" charset="0"/>
                      </a:endParaRPr>
                    </a:p>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 </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Improved base CNN through hyperparameter tuning to create RetNet-10.</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APTOS, Messidor2, and IDRiD (combined)</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98.65%</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1"/>
                  </a:ext>
                </a:extLst>
              </a:tr>
              <a:tr h="356531">
                <a:tc>
                  <a:txBody>
                    <a:bodyPr/>
                    <a:lstStyle/>
                    <a:p>
                      <a:pPr marL="0" marR="0" algn="l">
                        <a:lnSpc>
                          <a:spcPct val="107000"/>
                        </a:lnSpc>
                        <a:spcAft>
                          <a:spcPts val="800"/>
                        </a:spcAft>
                        <a:buNone/>
                      </a:pPr>
                      <a:r>
                        <a:rPr lang="en-US" sz="1400" dirty="0">
                          <a:solidFill>
                            <a:srgbClr val="0070C0"/>
                          </a:solidFill>
                          <a:effectLst/>
                          <a:latin typeface="Times New Roman" panose="02020603050405020304" pitchFamily="18" charset="0"/>
                          <a:ea typeface="Calibri" panose="020F0502020204030204" pitchFamily="34" charset="0"/>
                          <a:cs typeface="Arial" panose="020B0604020202020204" pitchFamily="34" charset="0"/>
                        </a:rPr>
                        <a:t>[6]</a:t>
                      </a:r>
                      <a:endParaRPr lang="en-US" sz="14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Automatic Diabetic Retinopathy Diagnosis Using Adaptive Fine-Tuned CNN</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Two-stage CNN fine-tuning with PCA and Gradient Boosting.</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E-</a:t>
                      </a:r>
                      <a:r>
                        <a:rPr lang="en-US" sz="1400" dirty="0" err="1">
                          <a:effectLst/>
                          <a:latin typeface="Times New Roman" panose="02020603050405020304" pitchFamily="18" charset="0"/>
                          <a:ea typeface="Calibri" panose="020F0502020204030204" pitchFamily="34" charset="0"/>
                          <a:cs typeface="Arial" panose="020B0604020202020204" pitchFamily="34" charset="0"/>
                        </a:rPr>
                        <a:t>ophtha</a:t>
                      </a:r>
                      <a:r>
                        <a:rPr lang="en-US" sz="1400" dirty="0">
                          <a:effectLst/>
                          <a:latin typeface="Times New Roman" panose="02020603050405020304" pitchFamily="18" charset="0"/>
                          <a:ea typeface="Calibri" panose="020F0502020204030204" pitchFamily="34" charset="0"/>
                          <a:cs typeface="Arial" panose="020B0604020202020204" pitchFamily="34" charset="0"/>
                        </a:rPr>
                        <a:t>(training), </a:t>
                      </a:r>
                      <a:r>
                        <a:rPr lang="en-US" sz="1400" dirty="0" err="1">
                          <a:effectLst/>
                          <a:latin typeface="Times New Roman" panose="02020603050405020304" pitchFamily="18" charset="0"/>
                          <a:ea typeface="Calibri" panose="020F0502020204030204" pitchFamily="34" charset="0"/>
                          <a:cs typeface="Arial" panose="020B0604020202020204" pitchFamily="34" charset="0"/>
                        </a:rPr>
                        <a:t>EyePACS</a:t>
                      </a:r>
                      <a:r>
                        <a:rPr lang="en-US" sz="1400" dirty="0">
                          <a:effectLst/>
                          <a:latin typeface="Times New Roman" panose="02020603050405020304" pitchFamily="18" charset="0"/>
                          <a:ea typeface="Calibri" panose="020F0502020204030204" pitchFamily="34" charset="0"/>
                          <a:cs typeface="Arial" panose="020B0604020202020204" pitchFamily="34" charset="0"/>
                        </a:rPr>
                        <a:t>, </a:t>
                      </a:r>
                      <a:r>
                        <a:rPr lang="en-US" sz="1400" dirty="0" err="1">
                          <a:effectLst/>
                          <a:latin typeface="Times New Roman" panose="02020603050405020304" pitchFamily="18" charset="0"/>
                          <a:ea typeface="Calibri" panose="020F0502020204030204" pitchFamily="34" charset="0"/>
                          <a:cs typeface="Arial" panose="020B0604020202020204" pitchFamily="34" charset="0"/>
                        </a:rPr>
                        <a:t>Messidor</a:t>
                      </a:r>
                      <a:r>
                        <a:rPr lang="en-US" sz="1400" dirty="0">
                          <a:effectLst/>
                          <a:latin typeface="Times New Roman" panose="02020603050405020304" pitchFamily="18" charset="0"/>
                          <a:ea typeface="Calibri" panose="020F0502020204030204" pitchFamily="34" charset="0"/>
                          <a:cs typeface="Arial" panose="020B0604020202020204" pitchFamily="34" charset="0"/>
                        </a:rPr>
                        <a:t>.</a:t>
                      </a: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 </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95%</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279092482"/>
                  </a:ext>
                </a:extLst>
              </a:tr>
            </a:tbl>
          </a:graphicData>
        </a:graphic>
      </p:graphicFrame>
      <p:sp>
        <p:nvSpPr>
          <p:cNvPr id="2" name="Rectangle 1"/>
          <p:cNvSpPr/>
          <p:nvPr/>
        </p:nvSpPr>
        <p:spPr>
          <a:xfrm>
            <a:off x="1700396" y="431692"/>
            <a:ext cx="8496237" cy="2062103"/>
          </a:xfrm>
          <a:prstGeom prst="rect">
            <a:avLst/>
          </a:prstGeom>
        </p:spPr>
        <p:txBody>
          <a:bodyPr wrap="none">
            <a:spAutoFit/>
          </a:bodyPr>
          <a:lstStyle/>
          <a:p>
            <a:pPr algn="ctr"/>
            <a:r>
              <a:rPr lang="en-US" sz="2800" b="1" u="sng" dirty="0">
                <a:solidFill>
                  <a:srgbClr val="002060"/>
                </a:solidFill>
                <a:sym typeface="+mn-ea"/>
              </a:rPr>
              <a:t>Literature Review of Deep Learning Approaches</a:t>
            </a:r>
          </a:p>
          <a:p>
            <a:pPr algn="ctr"/>
            <a:endParaRPr lang="en-US" sz="2800" b="1" u="sng" dirty="0">
              <a:solidFill>
                <a:schemeClr val="tx1"/>
              </a:solidFill>
              <a:sym typeface="+mn-ea"/>
            </a:endParaRPr>
          </a:p>
          <a:p>
            <a:pPr algn="ctr"/>
            <a:r>
              <a:rPr lang="en-US" sz="1600" dirty="0"/>
              <a:t>Table 1: Deep Learning Approaches for Diabetic Retinopathy (2023-2025)</a:t>
            </a:r>
            <a:endParaRPr lang="en-US" sz="1600" b="1" dirty="0"/>
          </a:p>
          <a:p>
            <a:pPr algn="ctr"/>
            <a:endParaRPr lang="en-US" altLang="en-US" sz="2800" b="1" u="sng" dirty="0">
              <a:solidFill>
                <a:schemeClr val="tx1"/>
              </a:solidFill>
              <a:sym typeface="+mn-ea"/>
            </a:endParaRPr>
          </a:p>
          <a:p>
            <a:pPr algn="l"/>
            <a:endParaRPr lang="en-US" sz="2800" u="sng" dirty="0">
              <a:solidFill>
                <a:schemeClr val="tx1"/>
              </a:solidFill>
            </a:endParaRPr>
          </a:p>
        </p:txBody>
      </p:sp>
      <p:pic>
        <p:nvPicPr>
          <p:cNvPr id="3" name="Picture 2">
            <a:extLst>
              <a:ext uri="{FF2B5EF4-FFF2-40B4-BE49-F238E27FC236}">
                <a16:creationId xmlns:a16="http://schemas.microsoft.com/office/drawing/2014/main" id="{C8B6A6B3-0983-9EF2-68A8-0AC72EC374E4}"/>
              </a:ext>
            </a:extLst>
          </p:cNvPr>
          <p:cNvPicPr>
            <a:picLocks noChangeAspect="1"/>
          </p:cNvPicPr>
          <p:nvPr/>
        </p:nvPicPr>
        <p:blipFill>
          <a:blip r:embed="rId3"/>
          <a:stretch>
            <a:fillRect/>
          </a:stretch>
        </p:blipFill>
        <p:spPr>
          <a:xfrm>
            <a:off x="10222281" y="-126547"/>
            <a:ext cx="2101011" cy="20673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F8211-8EFC-0A06-B025-8554A52F5E8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5207E99-8977-FD16-8F51-6A95FCB4DC2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graphicFrame>
        <p:nvGraphicFramePr>
          <p:cNvPr id="5" name="Table 4">
            <a:extLst>
              <a:ext uri="{FF2B5EF4-FFF2-40B4-BE49-F238E27FC236}">
                <a16:creationId xmlns:a16="http://schemas.microsoft.com/office/drawing/2014/main" id="{9C2EB26E-035C-1E8F-7B94-501BC5076F56}"/>
              </a:ext>
            </a:extLst>
          </p:cNvPr>
          <p:cNvGraphicFramePr>
            <a:graphicFrameLocks noGrp="1"/>
          </p:cNvGraphicFramePr>
          <p:nvPr>
            <p:custDataLst>
              <p:tags r:id="rId1"/>
            </p:custDataLst>
            <p:extLst>
              <p:ext uri="{D42A27DB-BD31-4B8C-83A1-F6EECF244321}">
                <p14:modId xmlns:p14="http://schemas.microsoft.com/office/powerpoint/2010/main" val="2902121073"/>
              </p:ext>
            </p:extLst>
          </p:nvPr>
        </p:nvGraphicFramePr>
        <p:xfrm>
          <a:off x="609600" y="1940848"/>
          <a:ext cx="10972799" cy="4328816"/>
        </p:xfrm>
        <a:graphic>
          <a:graphicData uri="http://schemas.openxmlformats.org/drawingml/2006/table">
            <a:tbl>
              <a:tblPr firstRow="1" bandRow="1">
                <a:tableStyleId>{616DA210-FB5B-4158-B5E0-FEB733F419BA}</a:tableStyleId>
              </a:tblPr>
              <a:tblGrid>
                <a:gridCol w="2041236">
                  <a:extLst>
                    <a:ext uri="{9D8B030D-6E8A-4147-A177-3AD203B41FA5}">
                      <a16:colId xmlns:a16="http://schemas.microsoft.com/office/drawing/2014/main" val="20000"/>
                    </a:ext>
                  </a:extLst>
                </a:gridCol>
                <a:gridCol w="2041236">
                  <a:extLst>
                    <a:ext uri="{9D8B030D-6E8A-4147-A177-3AD203B41FA5}">
                      <a16:colId xmlns:a16="http://schemas.microsoft.com/office/drawing/2014/main" val="20001"/>
                    </a:ext>
                  </a:extLst>
                </a:gridCol>
                <a:gridCol w="2420768">
                  <a:extLst>
                    <a:ext uri="{9D8B030D-6E8A-4147-A177-3AD203B41FA5}">
                      <a16:colId xmlns:a16="http://schemas.microsoft.com/office/drawing/2014/main" val="20002"/>
                    </a:ext>
                  </a:extLst>
                </a:gridCol>
                <a:gridCol w="2231000">
                  <a:extLst>
                    <a:ext uri="{9D8B030D-6E8A-4147-A177-3AD203B41FA5}">
                      <a16:colId xmlns:a16="http://schemas.microsoft.com/office/drawing/2014/main" val="20003"/>
                    </a:ext>
                  </a:extLst>
                </a:gridCol>
                <a:gridCol w="2238559">
                  <a:extLst>
                    <a:ext uri="{9D8B030D-6E8A-4147-A177-3AD203B41FA5}">
                      <a16:colId xmlns:a16="http://schemas.microsoft.com/office/drawing/2014/main" val="20004"/>
                    </a:ext>
                  </a:extLst>
                </a:gridCol>
              </a:tblGrid>
              <a:tr h="381140">
                <a:tc>
                  <a:txBody>
                    <a:bodyPr/>
                    <a:lstStyle/>
                    <a:p>
                      <a:pPr marL="0" marR="0" algn="l">
                        <a:lnSpc>
                          <a:spcPct val="107000"/>
                        </a:lnSpc>
                        <a:spcAft>
                          <a:spcPts val="800"/>
                        </a:spcAft>
                        <a:buNone/>
                      </a:pPr>
                      <a:r>
                        <a:rPr lang="en-US" sz="1400" b="1" dirty="0">
                          <a:effectLst/>
                          <a:latin typeface="Times New Roman" panose="02020603050405020304" pitchFamily="18" charset="0"/>
                          <a:ea typeface="Calibri" panose="020F0502020204030204" pitchFamily="34" charset="0"/>
                          <a:cs typeface="Arial" panose="020B0604020202020204" pitchFamily="34" charset="0"/>
                        </a:rPr>
                        <a:t>Ref</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b="1">
                          <a:effectLst/>
                          <a:latin typeface="Times New Roman" panose="02020603050405020304" pitchFamily="18" charset="0"/>
                          <a:ea typeface="Calibri" panose="020F0502020204030204" pitchFamily="34" charset="0"/>
                          <a:cs typeface="Arial" panose="020B0604020202020204" pitchFamily="34" charset="0"/>
                        </a:rPr>
                        <a:t>Title</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b="1">
                          <a:effectLst/>
                          <a:latin typeface="Times New Roman" panose="02020603050405020304" pitchFamily="18" charset="0"/>
                          <a:ea typeface="Calibri" panose="020F0502020204030204" pitchFamily="34" charset="0"/>
                          <a:cs typeface="Arial" panose="020B0604020202020204" pitchFamily="34" charset="0"/>
                        </a:rPr>
                        <a:t>Method/Approaches</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b="1">
                          <a:effectLst/>
                          <a:latin typeface="Times New Roman" panose="02020603050405020304" pitchFamily="18" charset="0"/>
                          <a:ea typeface="Calibri" panose="020F0502020204030204" pitchFamily="34" charset="0"/>
                          <a:cs typeface="Arial" panose="020B0604020202020204" pitchFamily="34" charset="0"/>
                        </a:rPr>
                        <a:t>Dataset</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b="1" dirty="0">
                          <a:effectLst/>
                          <a:latin typeface="Times New Roman" panose="02020603050405020304" pitchFamily="18" charset="0"/>
                          <a:ea typeface="Calibri" panose="020F0502020204030204" pitchFamily="34" charset="0"/>
                          <a:cs typeface="Arial" panose="020B0604020202020204" pitchFamily="34" charset="0"/>
                        </a:rPr>
                        <a:t>Acc (%)</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0"/>
                  </a:ext>
                </a:extLst>
              </a:tr>
              <a:tr h="986971">
                <a:tc>
                  <a:txBody>
                    <a:bodyPr/>
                    <a:lstStyle/>
                    <a:p>
                      <a:pPr marL="0" marR="0" algn="l">
                        <a:lnSpc>
                          <a:spcPct val="107000"/>
                        </a:lnSpc>
                        <a:spcAft>
                          <a:spcPts val="800"/>
                        </a:spcAft>
                        <a:buNone/>
                      </a:pPr>
                      <a:r>
                        <a:rPr lang="en-US" sz="1400" dirty="0">
                          <a:solidFill>
                            <a:srgbClr val="0070C0"/>
                          </a:solidFill>
                          <a:effectLst/>
                          <a:latin typeface="Times New Roman" panose="02020603050405020304" pitchFamily="18" charset="0"/>
                          <a:ea typeface="Calibri" panose="020F0502020204030204" pitchFamily="34" charset="0"/>
                          <a:cs typeface="Arial" panose="020B0604020202020204" pitchFamily="34" charset="0"/>
                        </a:rPr>
                        <a:t>[7]</a:t>
                      </a:r>
                      <a:endParaRPr lang="en-US" sz="14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Early Detection of Diabetic Retinopathy Through the Integration of Deep Learning Models</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5-layer CNN with Conv2D, max-pooling and softmax for DR classification.</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 </a:t>
                      </a: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APTOS (training),</a:t>
                      </a: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Messidor2,</a:t>
                      </a: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0" marR="0" algn="l">
                        <a:lnSpc>
                          <a:spcPct val="107000"/>
                        </a:lnSpc>
                        <a:spcAft>
                          <a:spcPts val="800"/>
                        </a:spcAft>
                        <a:buNone/>
                      </a:pPr>
                      <a:r>
                        <a:rPr lang="en-US" sz="1400" dirty="0" err="1">
                          <a:effectLst/>
                          <a:latin typeface="Times New Roman" panose="02020603050405020304" pitchFamily="18" charset="0"/>
                          <a:ea typeface="Calibri" panose="020F0502020204030204" pitchFamily="34" charset="0"/>
                          <a:cs typeface="Arial" panose="020B0604020202020204" pitchFamily="34" charset="0"/>
                        </a:rPr>
                        <a:t>IDRiD</a:t>
                      </a:r>
                      <a:r>
                        <a:rPr lang="en-US" sz="1400" dirty="0">
                          <a:effectLst/>
                          <a:latin typeface="Times New Roman" panose="02020603050405020304" pitchFamily="18" charset="0"/>
                          <a:ea typeface="Calibri" panose="020F0502020204030204" pitchFamily="34" charset="0"/>
                          <a:cs typeface="Arial" panose="020B0604020202020204" pitchFamily="34" charset="0"/>
                        </a:rPr>
                        <a:t> (testing)</a:t>
                      </a: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 </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95.27%</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362180125"/>
                  </a:ext>
                </a:extLst>
              </a:tr>
              <a:tr h="644152">
                <a:tc>
                  <a:txBody>
                    <a:bodyPr/>
                    <a:lstStyle/>
                    <a:p>
                      <a:pPr marL="0" marR="0" algn="l">
                        <a:lnSpc>
                          <a:spcPct val="107000"/>
                        </a:lnSpc>
                        <a:spcAft>
                          <a:spcPts val="800"/>
                        </a:spcAft>
                        <a:buNone/>
                      </a:pPr>
                      <a:r>
                        <a:rPr lang="en-US" sz="1400" dirty="0">
                          <a:solidFill>
                            <a:srgbClr val="0070C0"/>
                          </a:solidFill>
                          <a:effectLst/>
                          <a:latin typeface="Times New Roman" panose="02020603050405020304" pitchFamily="18" charset="0"/>
                          <a:ea typeface="Calibri" panose="020F0502020204030204" pitchFamily="34" charset="0"/>
                          <a:cs typeface="Arial" panose="020B0604020202020204" pitchFamily="34" charset="0"/>
                        </a:rPr>
                        <a:t>[8]</a:t>
                      </a:r>
                      <a:endParaRPr lang="en-US" sz="14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Early Detection and Severity Classification of Diabetic Retinopathy Using CNN</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Lightweight CNN + CLAHE + Augmentation + GAP</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APTOS</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97.5% </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231576334"/>
                  </a:ext>
                </a:extLst>
              </a:tr>
              <a:tr h="1509212">
                <a:tc>
                  <a:txBody>
                    <a:bodyPr/>
                    <a:lstStyle/>
                    <a:p>
                      <a:pPr marL="0" marR="0" algn="l">
                        <a:lnSpc>
                          <a:spcPct val="107000"/>
                        </a:lnSpc>
                        <a:spcAft>
                          <a:spcPts val="800"/>
                        </a:spcAft>
                        <a:buNone/>
                      </a:pPr>
                      <a:r>
                        <a:rPr lang="en-US" sz="1400" dirty="0">
                          <a:solidFill>
                            <a:srgbClr val="0070C0"/>
                          </a:solidFill>
                          <a:effectLst/>
                          <a:latin typeface="Times New Roman" panose="02020603050405020304" pitchFamily="18" charset="0"/>
                          <a:ea typeface="Calibri" panose="020F0502020204030204" pitchFamily="34" charset="0"/>
                          <a:cs typeface="Arial" panose="020B0604020202020204" pitchFamily="34" charset="0"/>
                        </a:rPr>
                        <a:t>[9]</a:t>
                      </a:r>
                      <a:endParaRPr lang="en-US" sz="14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Enhancing Early Detection of DR Through the Integration of Deep Learning Models and Explainable AI</a:t>
                      </a: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 </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Custom CNN with convolution, max-pooling, and dense layers using </a:t>
                      </a:r>
                      <a:r>
                        <a:rPr lang="en-US" sz="1400" dirty="0" err="1">
                          <a:effectLst/>
                          <a:latin typeface="Times New Roman" panose="02020603050405020304" pitchFamily="18" charset="0"/>
                          <a:ea typeface="Calibri" panose="020F0502020204030204" pitchFamily="34" charset="0"/>
                          <a:cs typeface="Arial" panose="020B0604020202020204" pitchFamily="34" charset="0"/>
                        </a:rPr>
                        <a:t>ReLU</a:t>
                      </a:r>
                      <a:r>
                        <a:rPr lang="en-US" sz="1400" dirty="0">
                          <a:effectLst/>
                          <a:latin typeface="Times New Roman" panose="02020603050405020304" pitchFamily="18" charset="0"/>
                          <a:ea typeface="Calibri" panose="020F0502020204030204" pitchFamily="34" charset="0"/>
                          <a:cs typeface="Arial" panose="020B0604020202020204" pitchFamily="34" charset="0"/>
                        </a:rPr>
                        <a:t>, compared against transfer learning models.</a:t>
                      </a: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 </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APTOS</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95.27%</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1"/>
                  </a:ext>
                </a:extLst>
              </a:tr>
            </a:tbl>
          </a:graphicData>
        </a:graphic>
      </p:graphicFrame>
      <p:pic>
        <p:nvPicPr>
          <p:cNvPr id="3" name="Picture 2">
            <a:extLst>
              <a:ext uri="{FF2B5EF4-FFF2-40B4-BE49-F238E27FC236}">
                <a16:creationId xmlns:a16="http://schemas.microsoft.com/office/drawing/2014/main" id="{9A73B0D5-5E36-9E3E-E902-9679242A6BD5}"/>
              </a:ext>
            </a:extLst>
          </p:cNvPr>
          <p:cNvPicPr>
            <a:picLocks noChangeAspect="1"/>
          </p:cNvPicPr>
          <p:nvPr/>
        </p:nvPicPr>
        <p:blipFill>
          <a:blip r:embed="rId3"/>
          <a:stretch>
            <a:fillRect/>
          </a:stretch>
        </p:blipFill>
        <p:spPr>
          <a:xfrm>
            <a:off x="10222281" y="-126547"/>
            <a:ext cx="2101011" cy="2067395"/>
          </a:xfrm>
          <a:prstGeom prst="rect">
            <a:avLst/>
          </a:prstGeom>
        </p:spPr>
      </p:pic>
      <p:sp>
        <p:nvSpPr>
          <p:cNvPr id="6" name="Rectangle 5">
            <a:extLst>
              <a:ext uri="{FF2B5EF4-FFF2-40B4-BE49-F238E27FC236}">
                <a16:creationId xmlns:a16="http://schemas.microsoft.com/office/drawing/2014/main" id="{BB1944EF-CD44-E624-6A39-CBDADD256533}"/>
              </a:ext>
            </a:extLst>
          </p:cNvPr>
          <p:cNvSpPr/>
          <p:nvPr/>
        </p:nvSpPr>
        <p:spPr>
          <a:xfrm>
            <a:off x="1700396" y="431692"/>
            <a:ext cx="8496237" cy="2062103"/>
          </a:xfrm>
          <a:prstGeom prst="rect">
            <a:avLst/>
          </a:prstGeom>
        </p:spPr>
        <p:txBody>
          <a:bodyPr wrap="none">
            <a:spAutoFit/>
          </a:bodyPr>
          <a:lstStyle/>
          <a:p>
            <a:pPr algn="ctr"/>
            <a:r>
              <a:rPr lang="en-US" sz="2800" b="1" u="sng" dirty="0">
                <a:solidFill>
                  <a:srgbClr val="002060"/>
                </a:solidFill>
                <a:sym typeface="+mn-ea"/>
              </a:rPr>
              <a:t>Literature Review of Deep Learning Approaches</a:t>
            </a:r>
          </a:p>
          <a:p>
            <a:pPr algn="ctr"/>
            <a:endParaRPr lang="en-US" sz="2800" b="1" u="sng" dirty="0">
              <a:solidFill>
                <a:schemeClr val="tx1"/>
              </a:solidFill>
              <a:sym typeface="+mn-ea"/>
            </a:endParaRPr>
          </a:p>
          <a:p>
            <a:pPr algn="ctr"/>
            <a:r>
              <a:rPr lang="en-US" sz="1600" dirty="0"/>
              <a:t>Table 1: Deep Learning Approaches for Diabetic Retinopathy (2023-2025)</a:t>
            </a:r>
            <a:endParaRPr lang="en-US" sz="1600" b="1" dirty="0"/>
          </a:p>
          <a:p>
            <a:pPr algn="ctr"/>
            <a:endParaRPr lang="en-US" altLang="en-US" sz="2800" b="1" u="sng" dirty="0">
              <a:solidFill>
                <a:schemeClr val="tx1"/>
              </a:solidFill>
              <a:sym typeface="+mn-ea"/>
            </a:endParaRPr>
          </a:p>
          <a:p>
            <a:pPr algn="l"/>
            <a:endParaRPr lang="en-US" sz="2800" u="sng" dirty="0">
              <a:solidFill>
                <a:schemeClr val="tx1"/>
              </a:solidFill>
            </a:endParaRPr>
          </a:p>
        </p:txBody>
      </p:sp>
    </p:spTree>
    <p:extLst>
      <p:ext uri="{BB962C8B-B14F-4D97-AF65-F5344CB8AC3E}">
        <p14:creationId xmlns:p14="http://schemas.microsoft.com/office/powerpoint/2010/main" val="2175640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BBF2A-108D-4FE1-6A3F-72AE44C40A1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94FE020-F9B5-769D-C301-F4ACF9D5896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graphicFrame>
        <p:nvGraphicFramePr>
          <p:cNvPr id="5" name="Table 4">
            <a:extLst>
              <a:ext uri="{FF2B5EF4-FFF2-40B4-BE49-F238E27FC236}">
                <a16:creationId xmlns:a16="http://schemas.microsoft.com/office/drawing/2014/main" id="{C9EDF169-FFC4-DBA7-6A9C-A4F8E0F18F23}"/>
              </a:ext>
            </a:extLst>
          </p:cNvPr>
          <p:cNvGraphicFramePr>
            <a:graphicFrameLocks noGrp="1"/>
          </p:cNvGraphicFramePr>
          <p:nvPr>
            <p:custDataLst>
              <p:tags r:id="rId1"/>
            </p:custDataLst>
            <p:extLst>
              <p:ext uri="{D42A27DB-BD31-4B8C-83A1-F6EECF244321}">
                <p14:modId xmlns:p14="http://schemas.microsoft.com/office/powerpoint/2010/main" val="20733469"/>
              </p:ext>
            </p:extLst>
          </p:nvPr>
        </p:nvGraphicFramePr>
        <p:xfrm>
          <a:off x="609599" y="1940848"/>
          <a:ext cx="10972801" cy="3929500"/>
        </p:xfrm>
        <a:graphic>
          <a:graphicData uri="http://schemas.openxmlformats.org/drawingml/2006/table">
            <a:tbl>
              <a:tblPr firstRow="1" bandRow="1">
                <a:tableStyleId>{616DA210-FB5B-4158-B5E0-FEB733F419BA}</a:tableStyleId>
              </a:tblPr>
              <a:tblGrid>
                <a:gridCol w="1465944">
                  <a:extLst>
                    <a:ext uri="{9D8B030D-6E8A-4147-A177-3AD203B41FA5}">
                      <a16:colId xmlns:a16="http://schemas.microsoft.com/office/drawing/2014/main" val="20000"/>
                    </a:ext>
                  </a:extLst>
                </a:gridCol>
                <a:gridCol w="2616530">
                  <a:extLst>
                    <a:ext uri="{9D8B030D-6E8A-4147-A177-3AD203B41FA5}">
                      <a16:colId xmlns:a16="http://schemas.microsoft.com/office/drawing/2014/main" val="20001"/>
                    </a:ext>
                  </a:extLst>
                </a:gridCol>
                <a:gridCol w="2623127">
                  <a:extLst>
                    <a:ext uri="{9D8B030D-6E8A-4147-A177-3AD203B41FA5}">
                      <a16:colId xmlns:a16="http://schemas.microsoft.com/office/drawing/2014/main" val="20002"/>
                    </a:ext>
                  </a:extLst>
                </a:gridCol>
                <a:gridCol w="2028641">
                  <a:extLst>
                    <a:ext uri="{9D8B030D-6E8A-4147-A177-3AD203B41FA5}">
                      <a16:colId xmlns:a16="http://schemas.microsoft.com/office/drawing/2014/main" val="20003"/>
                    </a:ext>
                  </a:extLst>
                </a:gridCol>
                <a:gridCol w="2238559">
                  <a:extLst>
                    <a:ext uri="{9D8B030D-6E8A-4147-A177-3AD203B41FA5}">
                      <a16:colId xmlns:a16="http://schemas.microsoft.com/office/drawing/2014/main" val="20004"/>
                    </a:ext>
                  </a:extLst>
                </a:gridCol>
              </a:tblGrid>
              <a:tr h="403040">
                <a:tc>
                  <a:txBody>
                    <a:bodyPr/>
                    <a:lstStyle/>
                    <a:p>
                      <a:pPr marL="0" marR="0" algn="l">
                        <a:lnSpc>
                          <a:spcPct val="107000"/>
                        </a:lnSpc>
                        <a:spcAft>
                          <a:spcPts val="800"/>
                        </a:spcAft>
                        <a:buNone/>
                      </a:pPr>
                      <a:r>
                        <a:rPr lang="en-US" sz="1400" b="1" dirty="0">
                          <a:effectLst/>
                          <a:latin typeface="Times New Roman" panose="02020603050405020304" pitchFamily="18" charset="0"/>
                          <a:ea typeface="Calibri" panose="020F0502020204030204" pitchFamily="34" charset="0"/>
                          <a:cs typeface="Arial" panose="020B0604020202020204" pitchFamily="34" charset="0"/>
                        </a:rPr>
                        <a:t>Ref</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b="1">
                          <a:effectLst/>
                          <a:latin typeface="Times New Roman" panose="02020603050405020304" pitchFamily="18" charset="0"/>
                          <a:ea typeface="Calibri" panose="020F0502020204030204" pitchFamily="34" charset="0"/>
                          <a:cs typeface="Arial" panose="020B0604020202020204" pitchFamily="34" charset="0"/>
                        </a:rPr>
                        <a:t>Title</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b="1">
                          <a:effectLst/>
                          <a:latin typeface="Times New Roman" panose="02020603050405020304" pitchFamily="18" charset="0"/>
                          <a:ea typeface="Calibri" panose="020F0502020204030204" pitchFamily="34" charset="0"/>
                          <a:cs typeface="Arial" panose="020B0604020202020204" pitchFamily="34" charset="0"/>
                        </a:rPr>
                        <a:t>Method/Approaches</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b="1">
                          <a:effectLst/>
                          <a:latin typeface="Times New Roman" panose="02020603050405020304" pitchFamily="18" charset="0"/>
                          <a:ea typeface="Calibri" panose="020F0502020204030204" pitchFamily="34" charset="0"/>
                          <a:cs typeface="Arial" panose="020B0604020202020204" pitchFamily="34" charset="0"/>
                        </a:rPr>
                        <a:t>Dataset</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b="1" dirty="0">
                          <a:effectLst/>
                          <a:latin typeface="Times New Roman" panose="02020603050405020304" pitchFamily="18" charset="0"/>
                          <a:ea typeface="Calibri" panose="020F0502020204030204" pitchFamily="34" charset="0"/>
                          <a:cs typeface="Arial" panose="020B0604020202020204" pitchFamily="34" charset="0"/>
                        </a:rPr>
                        <a:t>Acc (%)</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657526247"/>
                  </a:ext>
                </a:extLst>
              </a:tr>
              <a:tr h="814111">
                <a:tc>
                  <a:txBody>
                    <a:bodyPr/>
                    <a:lstStyle/>
                    <a:p>
                      <a:pPr marL="0" marR="0" algn="l">
                        <a:lnSpc>
                          <a:spcPct val="107000"/>
                        </a:lnSpc>
                        <a:spcAft>
                          <a:spcPts val="800"/>
                        </a:spcAft>
                        <a:buNone/>
                      </a:pPr>
                      <a:r>
                        <a:rPr lang="en-US" sz="1400" dirty="0">
                          <a:solidFill>
                            <a:srgbClr val="0070C0"/>
                          </a:solidFill>
                          <a:effectLst/>
                          <a:latin typeface="Times New Roman" panose="02020603050405020304" pitchFamily="18" charset="0"/>
                          <a:ea typeface="Calibri" panose="020F0502020204030204" pitchFamily="34" charset="0"/>
                          <a:cs typeface="Arial" panose="020B0604020202020204" pitchFamily="34" charset="0"/>
                        </a:rPr>
                        <a:t>[10]</a:t>
                      </a:r>
                      <a:endParaRPr lang="en-US" sz="14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Hybrid CNN Model for Automatic DR Classification</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combines ResNet50 and InceptionV3 features, fuses them, and classifies DR</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Kaggle DR dataset</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96.85%</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extLst>
                  <a:ext uri="{0D108BD9-81ED-4DB2-BD59-A6C34878D82A}">
                    <a16:rowId xmlns:a16="http://schemas.microsoft.com/office/drawing/2014/main" val="10000"/>
                  </a:ext>
                </a:extLst>
              </a:tr>
              <a:tr h="894747">
                <a:tc>
                  <a:txBody>
                    <a:bodyPr/>
                    <a:lstStyle/>
                    <a:p>
                      <a:pPr marL="0" marR="0" algn="l">
                        <a:lnSpc>
                          <a:spcPct val="107000"/>
                        </a:lnSpc>
                        <a:spcAft>
                          <a:spcPts val="800"/>
                        </a:spcAft>
                        <a:buNone/>
                      </a:pPr>
                      <a:r>
                        <a:rPr lang="en-US" sz="1400" dirty="0">
                          <a:solidFill>
                            <a:srgbClr val="0070C0"/>
                          </a:solidFill>
                          <a:effectLst/>
                          <a:latin typeface="Times New Roman" panose="02020603050405020304" pitchFamily="18" charset="0"/>
                          <a:ea typeface="Calibri" panose="020F0502020204030204" pitchFamily="34" charset="0"/>
                          <a:cs typeface="Arial" panose="020B0604020202020204" pitchFamily="34" charset="0"/>
                        </a:rPr>
                        <a:t>[11]</a:t>
                      </a:r>
                      <a:endParaRPr lang="en-US" sz="14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Fusion of heterogeneous fundus data</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VGG19 + ResNet50V2 / Hybrid Deep Learning</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Aptos/Messidor-2/DDR/IDRID</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91.82%</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extLst>
                  <a:ext uri="{0D108BD9-81ED-4DB2-BD59-A6C34878D82A}">
                    <a16:rowId xmlns:a16="http://schemas.microsoft.com/office/drawing/2014/main" val="2362180125"/>
                  </a:ext>
                </a:extLst>
              </a:tr>
              <a:tr h="814111">
                <a:tc>
                  <a:txBody>
                    <a:bodyPr/>
                    <a:lstStyle/>
                    <a:p>
                      <a:pPr marL="0" marR="0" algn="l">
                        <a:lnSpc>
                          <a:spcPct val="107000"/>
                        </a:lnSpc>
                        <a:spcAft>
                          <a:spcPts val="800"/>
                        </a:spcAft>
                        <a:buNone/>
                      </a:pPr>
                      <a:r>
                        <a:rPr lang="en-US" sz="1400" dirty="0">
                          <a:solidFill>
                            <a:srgbClr val="0070C0"/>
                          </a:solidFill>
                          <a:effectLst/>
                          <a:latin typeface="Times New Roman" panose="02020603050405020304" pitchFamily="18" charset="0"/>
                          <a:ea typeface="Calibri" panose="020F0502020204030204" pitchFamily="34" charset="0"/>
                          <a:cs typeface="Arial" panose="020B0604020202020204" pitchFamily="34" charset="0"/>
                        </a:rPr>
                        <a:t>[12]</a:t>
                      </a:r>
                      <a:endParaRPr lang="en-US" sz="14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Lesion based DR detection using hybrid deep learning model</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Hybrid CNN (ResNet-16 + Google-Net) with APSO + ML Classifiers</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EyePACS</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94%</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extLst>
                  <a:ext uri="{0D108BD9-81ED-4DB2-BD59-A6C34878D82A}">
                    <a16:rowId xmlns:a16="http://schemas.microsoft.com/office/drawing/2014/main" val="3231576334"/>
                  </a:ext>
                </a:extLst>
              </a:tr>
              <a:tr h="940495">
                <a:tc>
                  <a:txBody>
                    <a:bodyPr/>
                    <a:lstStyle/>
                    <a:p>
                      <a:pPr marL="0" marR="0" algn="l">
                        <a:lnSpc>
                          <a:spcPct val="107000"/>
                        </a:lnSpc>
                        <a:spcAft>
                          <a:spcPts val="800"/>
                        </a:spcAft>
                        <a:buNone/>
                      </a:pPr>
                      <a:r>
                        <a:rPr lang="en-US" sz="1400" dirty="0">
                          <a:solidFill>
                            <a:srgbClr val="0070C0"/>
                          </a:solidFill>
                          <a:effectLst/>
                          <a:latin typeface="Times New Roman" panose="02020603050405020304" pitchFamily="18" charset="0"/>
                          <a:ea typeface="Calibri" panose="020F0502020204030204" pitchFamily="34" charset="0"/>
                          <a:cs typeface="Arial" panose="020B0604020202020204" pitchFamily="34" charset="0"/>
                        </a:rPr>
                        <a:t>[13]</a:t>
                      </a:r>
                      <a:endParaRPr lang="en-US" sz="14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HybridFusionNet: Deep Learning for Multi-Stage Diabetic Retinopathy Detection</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hybrid deep learning approach combining Self-Attention Network (SAN)+Vision Transformer (Vit)</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Kaggle Diabetic Retinopathy Detection dataset</a:t>
                      </a:r>
                      <a:endParaRPr lang="en-US" sz="1400">
                        <a:effectLst/>
                        <a:latin typeface="Calibri" panose="020F0502020204030204" pitchFamily="34" charset="0"/>
                        <a:ea typeface="Calibri" panose="020F0502020204030204" pitchFamily="34" charset="0"/>
                        <a:cs typeface="Arial" panose="020B0604020202020204" pitchFamily="34" charset="0"/>
                      </a:endParaRPr>
                    </a:p>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 </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99%</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extLst>
                  <a:ext uri="{0D108BD9-81ED-4DB2-BD59-A6C34878D82A}">
                    <a16:rowId xmlns:a16="http://schemas.microsoft.com/office/drawing/2014/main" val="10001"/>
                  </a:ext>
                </a:extLst>
              </a:tr>
            </a:tbl>
          </a:graphicData>
        </a:graphic>
      </p:graphicFrame>
      <p:pic>
        <p:nvPicPr>
          <p:cNvPr id="3" name="Picture 2">
            <a:extLst>
              <a:ext uri="{FF2B5EF4-FFF2-40B4-BE49-F238E27FC236}">
                <a16:creationId xmlns:a16="http://schemas.microsoft.com/office/drawing/2014/main" id="{D72DC291-FE7D-A136-9DE6-D149025E8AFD}"/>
              </a:ext>
            </a:extLst>
          </p:cNvPr>
          <p:cNvPicPr>
            <a:picLocks noChangeAspect="1"/>
          </p:cNvPicPr>
          <p:nvPr/>
        </p:nvPicPr>
        <p:blipFill>
          <a:blip r:embed="rId3"/>
          <a:stretch>
            <a:fillRect/>
          </a:stretch>
        </p:blipFill>
        <p:spPr>
          <a:xfrm>
            <a:off x="10222281" y="-126547"/>
            <a:ext cx="2101011" cy="2067395"/>
          </a:xfrm>
          <a:prstGeom prst="rect">
            <a:avLst/>
          </a:prstGeom>
        </p:spPr>
      </p:pic>
      <p:sp>
        <p:nvSpPr>
          <p:cNvPr id="6" name="Rectangle 5">
            <a:extLst>
              <a:ext uri="{FF2B5EF4-FFF2-40B4-BE49-F238E27FC236}">
                <a16:creationId xmlns:a16="http://schemas.microsoft.com/office/drawing/2014/main" id="{5594E6EB-F64A-ABE5-99FE-70BC3F1B43A9}"/>
              </a:ext>
            </a:extLst>
          </p:cNvPr>
          <p:cNvSpPr/>
          <p:nvPr/>
        </p:nvSpPr>
        <p:spPr>
          <a:xfrm>
            <a:off x="2429761" y="431692"/>
            <a:ext cx="7037504" cy="2062103"/>
          </a:xfrm>
          <a:prstGeom prst="rect">
            <a:avLst/>
          </a:prstGeom>
        </p:spPr>
        <p:txBody>
          <a:bodyPr wrap="none">
            <a:spAutoFit/>
          </a:bodyPr>
          <a:lstStyle/>
          <a:p>
            <a:pPr algn="ctr"/>
            <a:r>
              <a:rPr lang="en-US" sz="2800" b="1" u="sng" dirty="0">
                <a:solidFill>
                  <a:srgbClr val="002060"/>
                </a:solidFill>
                <a:sym typeface="+mn-ea"/>
              </a:rPr>
              <a:t>Literature Review of Hybrid Approaches</a:t>
            </a:r>
          </a:p>
          <a:p>
            <a:pPr algn="ctr"/>
            <a:endParaRPr lang="en-US" sz="2800" b="1" u="sng" dirty="0">
              <a:solidFill>
                <a:schemeClr val="tx1"/>
              </a:solidFill>
              <a:sym typeface="+mn-ea"/>
            </a:endParaRPr>
          </a:p>
          <a:p>
            <a:pPr algn="ctr"/>
            <a:r>
              <a:rPr lang="en-US" sz="1600" dirty="0"/>
              <a:t>Table 2: Hybrid Approaches for Diabetic Retinopathy (2023-2025)</a:t>
            </a:r>
            <a:endParaRPr lang="en-US" sz="1600" b="1" dirty="0"/>
          </a:p>
          <a:p>
            <a:pPr algn="ctr"/>
            <a:endParaRPr lang="en-US" altLang="en-US" sz="2800" b="1" u="sng" dirty="0">
              <a:solidFill>
                <a:schemeClr val="tx1"/>
              </a:solidFill>
              <a:sym typeface="+mn-ea"/>
            </a:endParaRPr>
          </a:p>
          <a:p>
            <a:pPr algn="l"/>
            <a:endParaRPr lang="en-US" sz="2800" u="sng" dirty="0">
              <a:solidFill>
                <a:schemeClr val="tx1"/>
              </a:solidFill>
            </a:endParaRPr>
          </a:p>
        </p:txBody>
      </p:sp>
    </p:spTree>
    <p:extLst>
      <p:ext uri="{BB962C8B-B14F-4D97-AF65-F5344CB8AC3E}">
        <p14:creationId xmlns:p14="http://schemas.microsoft.com/office/powerpoint/2010/main" val="19244587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879EE-BB49-5698-9965-89A76863211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5BBE92C-5AB7-EADD-34C1-63AEC5DF690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graphicFrame>
        <p:nvGraphicFramePr>
          <p:cNvPr id="5" name="Table 4">
            <a:extLst>
              <a:ext uri="{FF2B5EF4-FFF2-40B4-BE49-F238E27FC236}">
                <a16:creationId xmlns:a16="http://schemas.microsoft.com/office/drawing/2014/main" id="{5F3E1ED3-4FBB-A02B-0F98-3D46387005BD}"/>
              </a:ext>
            </a:extLst>
          </p:cNvPr>
          <p:cNvGraphicFramePr>
            <a:graphicFrameLocks noGrp="1"/>
          </p:cNvGraphicFramePr>
          <p:nvPr>
            <p:custDataLst>
              <p:tags r:id="rId1"/>
            </p:custDataLst>
            <p:extLst>
              <p:ext uri="{D42A27DB-BD31-4B8C-83A1-F6EECF244321}">
                <p14:modId xmlns:p14="http://schemas.microsoft.com/office/powerpoint/2010/main" val="384479905"/>
              </p:ext>
            </p:extLst>
          </p:nvPr>
        </p:nvGraphicFramePr>
        <p:xfrm>
          <a:off x="609600" y="1940848"/>
          <a:ext cx="10972799" cy="4773078"/>
        </p:xfrm>
        <a:graphic>
          <a:graphicData uri="http://schemas.openxmlformats.org/drawingml/2006/table">
            <a:tbl>
              <a:tblPr firstRow="1" bandRow="1">
                <a:tableStyleId>{616DA210-FB5B-4158-B5E0-FEB733F419BA}</a:tableStyleId>
              </a:tblPr>
              <a:tblGrid>
                <a:gridCol w="1506331">
                  <a:extLst>
                    <a:ext uri="{9D8B030D-6E8A-4147-A177-3AD203B41FA5}">
                      <a16:colId xmlns:a16="http://schemas.microsoft.com/office/drawing/2014/main" val="20000"/>
                    </a:ext>
                  </a:extLst>
                </a:gridCol>
                <a:gridCol w="2576141">
                  <a:extLst>
                    <a:ext uri="{9D8B030D-6E8A-4147-A177-3AD203B41FA5}">
                      <a16:colId xmlns:a16="http://schemas.microsoft.com/office/drawing/2014/main" val="20001"/>
                    </a:ext>
                  </a:extLst>
                </a:gridCol>
                <a:gridCol w="2751233">
                  <a:extLst>
                    <a:ext uri="{9D8B030D-6E8A-4147-A177-3AD203B41FA5}">
                      <a16:colId xmlns:a16="http://schemas.microsoft.com/office/drawing/2014/main" val="20002"/>
                    </a:ext>
                  </a:extLst>
                </a:gridCol>
                <a:gridCol w="1900535">
                  <a:extLst>
                    <a:ext uri="{9D8B030D-6E8A-4147-A177-3AD203B41FA5}">
                      <a16:colId xmlns:a16="http://schemas.microsoft.com/office/drawing/2014/main" val="20003"/>
                    </a:ext>
                  </a:extLst>
                </a:gridCol>
                <a:gridCol w="2238559">
                  <a:extLst>
                    <a:ext uri="{9D8B030D-6E8A-4147-A177-3AD203B41FA5}">
                      <a16:colId xmlns:a16="http://schemas.microsoft.com/office/drawing/2014/main" val="20004"/>
                    </a:ext>
                  </a:extLst>
                </a:gridCol>
              </a:tblGrid>
              <a:tr h="381140">
                <a:tc>
                  <a:txBody>
                    <a:bodyPr/>
                    <a:lstStyle/>
                    <a:p>
                      <a:pPr marL="0" marR="0" algn="l">
                        <a:lnSpc>
                          <a:spcPct val="107000"/>
                        </a:lnSpc>
                        <a:spcAft>
                          <a:spcPts val="800"/>
                        </a:spcAft>
                        <a:buNone/>
                      </a:pPr>
                      <a:r>
                        <a:rPr lang="en-US" sz="1400" b="1" dirty="0">
                          <a:effectLst/>
                          <a:latin typeface="Times New Roman" panose="02020603050405020304" pitchFamily="18" charset="0"/>
                          <a:ea typeface="Calibri" panose="020F0502020204030204" pitchFamily="34" charset="0"/>
                          <a:cs typeface="Arial" panose="020B0604020202020204" pitchFamily="34" charset="0"/>
                        </a:rPr>
                        <a:t>Ref</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b="1">
                          <a:effectLst/>
                          <a:latin typeface="Times New Roman" panose="02020603050405020304" pitchFamily="18" charset="0"/>
                          <a:ea typeface="Calibri" panose="020F0502020204030204" pitchFamily="34" charset="0"/>
                          <a:cs typeface="Arial" panose="020B0604020202020204" pitchFamily="34" charset="0"/>
                        </a:rPr>
                        <a:t>Title</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b="1">
                          <a:effectLst/>
                          <a:latin typeface="Times New Roman" panose="02020603050405020304" pitchFamily="18" charset="0"/>
                          <a:ea typeface="Calibri" panose="020F0502020204030204" pitchFamily="34" charset="0"/>
                          <a:cs typeface="Arial" panose="020B0604020202020204" pitchFamily="34" charset="0"/>
                        </a:rPr>
                        <a:t>Method/Approaches</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b="1">
                          <a:effectLst/>
                          <a:latin typeface="Times New Roman" panose="02020603050405020304" pitchFamily="18" charset="0"/>
                          <a:ea typeface="Calibri" panose="020F0502020204030204" pitchFamily="34" charset="0"/>
                          <a:cs typeface="Arial" panose="020B0604020202020204" pitchFamily="34" charset="0"/>
                        </a:rPr>
                        <a:t>Dataset</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b="1" dirty="0">
                          <a:effectLst/>
                          <a:latin typeface="Times New Roman" panose="02020603050405020304" pitchFamily="18" charset="0"/>
                          <a:ea typeface="Calibri" panose="020F0502020204030204" pitchFamily="34" charset="0"/>
                          <a:cs typeface="Arial" panose="020B0604020202020204" pitchFamily="34" charset="0"/>
                        </a:rPr>
                        <a:t>Acc (%)</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0"/>
                  </a:ext>
                </a:extLst>
              </a:tr>
              <a:tr h="986971">
                <a:tc>
                  <a:txBody>
                    <a:bodyPr/>
                    <a:lstStyle/>
                    <a:p>
                      <a:pPr marL="0" marR="0" algn="l">
                        <a:lnSpc>
                          <a:spcPct val="107000"/>
                        </a:lnSpc>
                        <a:spcAft>
                          <a:spcPts val="800"/>
                        </a:spcAft>
                        <a:buNone/>
                      </a:pPr>
                      <a:r>
                        <a:rPr lang="en-US" sz="1400" dirty="0">
                          <a:solidFill>
                            <a:srgbClr val="0070C0"/>
                          </a:solidFill>
                          <a:effectLst/>
                          <a:latin typeface="Times New Roman" panose="02020603050405020304" pitchFamily="18" charset="0"/>
                          <a:ea typeface="Calibri" panose="020F0502020204030204" pitchFamily="34" charset="0"/>
                          <a:cs typeface="Arial" panose="020B0604020202020204" pitchFamily="34" charset="0"/>
                        </a:rPr>
                        <a:t>[14]</a:t>
                      </a:r>
                      <a:endParaRPr lang="en-US" sz="14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DR classification through dual attention mechanism</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CNN with spatial and channel dual attention modules combined with trans former encoder layers for enhanced feature extraction</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APTOS</a:t>
                      </a:r>
                      <a:endParaRPr lang="en-US" sz="1400">
                        <a:effectLst/>
                        <a:latin typeface="Calibri" panose="020F0502020204030204" pitchFamily="34" charset="0"/>
                        <a:ea typeface="Calibri" panose="020F0502020204030204" pitchFamily="34" charset="0"/>
                        <a:cs typeface="Arial" panose="020B0604020202020204" pitchFamily="34" charset="0"/>
                      </a:endParaRPr>
                    </a:p>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/EyePACS</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95.7%</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extLst>
                  <a:ext uri="{0D108BD9-81ED-4DB2-BD59-A6C34878D82A}">
                    <a16:rowId xmlns:a16="http://schemas.microsoft.com/office/drawing/2014/main" val="3563173372"/>
                  </a:ext>
                </a:extLst>
              </a:tr>
              <a:tr h="986971">
                <a:tc>
                  <a:txBody>
                    <a:bodyPr/>
                    <a:lstStyle/>
                    <a:p>
                      <a:pPr marL="0" marR="0" algn="l">
                        <a:lnSpc>
                          <a:spcPct val="107000"/>
                        </a:lnSpc>
                        <a:spcAft>
                          <a:spcPts val="800"/>
                        </a:spcAft>
                        <a:buNone/>
                      </a:pPr>
                      <a:r>
                        <a:rPr lang="en-US" sz="1400" dirty="0">
                          <a:solidFill>
                            <a:srgbClr val="0070C0"/>
                          </a:solidFill>
                          <a:effectLst/>
                          <a:latin typeface="Times New Roman" panose="02020603050405020304" pitchFamily="18" charset="0"/>
                          <a:ea typeface="Calibri" panose="020F0502020204030204" pitchFamily="34" charset="0"/>
                          <a:cs typeface="Arial" panose="020B0604020202020204" pitchFamily="34" charset="0"/>
                        </a:rPr>
                        <a:t>[15]</a:t>
                      </a:r>
                      <a:endParaRPr lang="en-US" sz="14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Diabetic Retinopathy Detection from Fundus Images of the Eye Using Hybrid DL Features</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Transfer Learning-based Hybrid GoogleNet and ResNet-18 features with SVM Classifier</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APTOS </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89.29%</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extLst>
                  <a:ext uri="{0D108BD9-81ED-4DB2-BD59-A6C34878D82A}">
                    <a16:rowId xmlns:a16="http://schemas.microsoft.com/office/drawing/2014/main" val="2362180125"/>
                  </a:ext>
                </a:extLst>
              </a:tr>
              <a:tr h="986971">
                <a:tc>
                  <a:txBody>
                    <a:bodyPr/>
                    <a:lstStyle/>
                    <a:p>
                      <a:pPr marL="0" marR="0" algn="l">
                        <a:lnSpc>
                          <a:spcPct val="107000"/>
                        </a:lnSpc>
                        <a:spcAft>
                          <a:spcPts val="800"/>
                        </a:spcAft>
                        <a:buNone/>
                      </a:pPr>
                      <a:r>
                        <a:rPr lang="en-US" sz="1400" dirty="0">
                          <a:solidFill>
                            <a:srgbClr val="0070C0"/>
                          </a:solidFill>
                          <a:effectLst/>
                          <a:latin typeface="Times New Roman" panose="02020603050405020304" pitchFamily="18" charset="0"/>
                          <a:ea typeface="Calibri" panose="020F0502020204030204" pitchFamily="34" charset="0"/>
                          <a:cs typeface="Arial" panose="020B0604020202020204" pitchFamily="34" charset="0"/>
                        </a:rPr>
                        <a:t>[16]</a:t>
                      </a:r>
                      <a:endParaRPr lang="en-US" sz="14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Early detection and classification of DR by transfer learning of NASNet-large and ResNet-50 CNN</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Transfer learning with ResNet-50+ GCE (green channel extraction) + CLAHE</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APTOS</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91.14%</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extLst>
                  <a:ext uri="{0D108BD9-81ED-4DB2-BD59-A6C34878D82A}">
                    <a16:rowId xmlns:a16="http://schemas.microsoft.com/office/drawing/2014/main" val="3813028750"/>
                  </a:ext>
                </a:extLst>
              </a:tr>
              <a:tr h="644152">
                <a:tc>
                  <a:txBody>
                    <a:bodyPr/>
                    <a:lstStyle/>
                    <a:p>
                      <a:pPr marL="0" marR="0" algn="l">
                        <a:lnSpc>
                          <a:spcPct val="107000"/>
                        </a:lnSpc>
                        <a:spcAft>
                          <a:spcPts val="800"/>
                        </a:spcAft>
                        <a:buNone/>
                      </a:pPr>
                      <a:r>
                        <a:rPr lang="en-US" sz="1400" dirty="0">
                          <a:solidFill>
                            <a:srgbClr val="0070C0"/>
                          </a:solidFill>
                          <a:effectLst/>
                          <a:latin typeface="Times New Roman" panose="02020603050405020304" pitchFamily="18" charset="0"/>
                          <a:ea typeface="Calibri" panose="020F0502020204030204" pitchFamily="34" charset="0"/>
                          <a:cs typeface="Arial" panose="020B0604020202020204" pitchFamily="34" charset="0"/>
                        </a:rPr>
                        <a:t>[17]</a:t>
                      </a:r>
                      <a:endParaRPr lang="en-US" sz="14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A Hybrid Model for Diabetic Retinopathy Classification Using Retinal Fundus Images</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EfficientNetV2+SVM</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APTOS</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97.26%</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extLst>
                  <a:ext uri="{0D108BD9-81ED-4DB2-BD59-A6C34878D82A}">
                    <a16:rowId xmlns:a16="http://schemas.microsoft.com/office/drawing/2014/main" val="3231576334"/>
                  </a:ext>
                </a:extLst>
              </a:tr>
              <a:tr h="757417">
                <a:tc>
                  <a:txBody>
                    <a:bodyPr/>
                    <a:lstStyle/>
                    <a:p>
                      <a:pPr marL="0" marR="0" algn="l">
                        <a:lnSpc>
                          <a:spcPct val="107000"/>
                        </a:lnSpc>
                        <a:spcAft>
                          <a:spcPts val="800"/>
                        </a:spcAft>
                        <a:buNone/>
                      </a:pPr>
                      <a:r>
                        <a:rPr lang="en-US" sz="1400" dirty="0">
                          <a:solidFill>
                            <a:srgbClr val="0070C0"/>
                          </a:solidFill>
                          <a:effectLst/>
                          <a:latin typeface="Times New Roman" panose="02020603050405020304" pitchFamily="18" charset="0"/>
                          <a:ea typeface="Calibri" panose="020F0502020204030204" pitchFamily="34" charset="0"/>
                          <a:cs typeface="Arial" panose="020B0604020202020204" pitchFamily="34" charset="0"/>
                        </a:rPr>
                        <a:t>[18]</a:t>
                      </a:r>
                      <a:endParaRPr lang="en-US" sz="14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 Hybrid deep learning framework for early detection</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CNN+RNN(LSTM)/Feature fusion</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DRIVE/</a:t>
                      </a:r>
                      <a:r>
                        <a:rPr lang="en-US" sz="1400" dirty="0" err="1">
                          <a:effectLst/>
                          <a:latin typeface="Times New Roman" panose="02020603050405020304" pitchFamily="18" charset="0"/>
                          <a:ea typeface="Calibri" panose="020F0502020204030204" pitchFamily="34" charset="0"/>
                          <a:cs typeface="Arial" panose="020B0604020202020204" pitchFamily="34" charset="0"/>
                        </a:rPr>
                        <a:t>EyePACS</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tc>
                  <a:txBody>
                    <a:bodyPr/>
                    <a:lstStyle/>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N/R</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155575" marR="68580" marT="0" marB="0"/>
                </a:tc>
                <a:extLst>
                  <a:ext uri="{0D108BD9-81ED-4DB2-BD59-A6C34878D82A}">
                    <a16:rowId xmlns:a16="http://schemas.microsoft.com/office/drawing/2014/main" val="10001"/>
                  </a:ext>
                </a:extLst>
              </a:tr>
            </a:tbl>
          </a:graphicData>
        </a:graphic>
      </p:graphicFrame>
      <p:pic>
        <p:nvPicPr>
          <p:cNvPr id="3" name="Picture 2">
            <a:extLst>
              <a:ext uri="{FF2B5EF4-FFF2-40B4-BE49-F238E27FC236}">
                <a16:creationId xmlns:a16="http://schemas.microsoft.com/office/drawing/2014/main" id="{45F65932-168F-D1B0-FC22-9DCB6C0E0D73}"/>
              </a:ext>
            </a:extLst>
          </p:cNvPr>
          <p:cNvPicPr>
            <a:picLocks noChangeAspect="1"/>
          </p:cNvPicPr>
          <p:nvPr/>
        </p:nvPicPr>
        <p:blipFill>
          <a:blip r:embed="rId3"/>
          <a:stretch>
            <a:fillRect/>
          </a:stretch>
        </p:blipFill>
        <p:spPr>
          <a:xfrm>
            <a:off x="10222281" y="-126547"/>
            <a:ext cx="2101011" cy="2067395"/>
          </a:xfrm>
          <a:prstGeom prst="rect">
            <a:avLst/>
          </a:prstGeom>
        </p:spPr>
      </p:pic>
      <p:sp>
        <p:nvSpPr>
          <p:cNvPr id="6" name="Rectangle 5">
            <a:extLst>
              <a:ext uri="{FF2B5EF4-FFF2-40B4-BE49-F238E27FC236}">
                <a16:creationId xmlns:a16="http://schemas.microsoft.com/office/drawing/2014/main" id="{B5A165C9-4CC1-E47A-D5D3-5CDDB73EF461}"/>
              </a:ext>
            </a:extLst>
          </p:cNvPr>
          <p:cNvSpPr/>
          <p:nvPr/>
        </p:nvSpPr>
        <p:spPr>
          <a:xfrm>
            <a:off x="2429761" y="431692"/>
            <a:ext cx="7037504" cy="2062103"/>
          </a:xfrm>
          <a:prstGeom prst="rect">
            <a:avLst/>
          </a:prstGeom>
        </p:spPr>
        <p:txBody>
          <a:bodyPr wrap="none">
            <a:spAutoFit/>
          </a:bodyPr>
          <a:lstStyle/>
          <a:p>
            <a:pPr algn="ctr"/>
            <a:r>
              <a:rPr lang="en-US" sz="2800" b="1" u="sng" dirty="0">
                <a:solidFill>
                  <a:srgbClr val="002060"/>
                </a:solidFill>
                <a:sym typeface="+mn-ea"/>
              </a:rPr>
              <a:t>Literature Review of Hybrid Approaches</a:t>
            </a:r>
          </a:p>
          <a:p>
            <a:pPr algn="ctr"/>
            <a:endParaRPr lang="en-US" sz="2800" b="1" u="sng" dirty="0">
              <a:solidFill>
                <a:schemeClr val="tx1"/>
              </a:solidFill>
              <a:sym typeface="+mn-ea"/>
            </a:endParaRPr>
          </a:p>
          <a:p>
            <a:pPr algn="ctr"/>
            <a:r>
              <a:rPr lang="en-US" sz="1600" dirty="0"/>
              <a:t>Table 2: Hybrid Approaches for Diabetic Retinopathy (2023-2025)</a:t>
            </a:r>
            <a:endParaRPr lang="en-US" sz="1600" b="1" dirty="0"/>
          </a:p>
          <a:p>
            <a:pPr algn="ctr"/>
            <a:endParaRPr lang="en-US" altLang="en-US" sz="2800" b="1" u="sng" dirty="0">
              <a:solidFill>
                <a:schemeClr val="tx1"/>
              </a:solidFill>
              <a:sym typeface="+mn-ea"/>
            </a:endParaRPr>
          </a:p>
          <a:p>
            <a:pPr algn="l"/>
            <a:endParaRPr lang="en-US" sz="2800" u="sng" dirty="0">
              <a:solidFill>
                <a:schemeClr val="tx1"/>
              </a:solidFill>
            </a:endParaRPr>
          </a:p>
        </p:txBody>
      </p:sp>
    </p:spTree>
    <p:extLst>
      <p:ext uri="{BB962C8B-B14F-4D97-AF65-F5344CB8AC3E}">
        <p14:creationId xmlns:p14="http://schemas.microsoft.com/office/powerpoint/2010/main" val="24830513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80DDE-FC43-E73E-4839-E52D00D6271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104AE7-2E9D-572A-FD37-1C8B8EBA567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graphicFrame>
        <p:nvGraphicFramePr>
          <p:cNvPr id="5" name="Table 4">
            <a:extLst>
              <a:ext uri="{FF2B5EF4-FFF2-40B4-BE49-F238E27FC236}">
                <a16:creationId xmlns:a16="http://schemas.microsoft.com/office/drawing/2014/main" id="{4CE67854-FE29-7C39-9B38-45EFD2A49890}"/>
              </a:ext>
            </a:extLst>
          </p:cNvPr>
          <p:cNvGraphicFramePr>
            <a:graphicFrameLocks noGrp="1"/>
          </p:cNvGraphicFramePr>
          <p:nvPr>
            <p:custDataLst>
              <p:tags r:id="rId1"/>
            </p:custDataLst>
            <p:extLst>
              <p:ext uri="{D42A27DB-BD31-4B8C-83A1-F6EECF244321}">
                <p14:modId xmlns:p14="http://schemas.microsoft.com/office/powerpoint/2010/main" val="2190297856"/>
              </p:ext>
            </p:extLst>
          </p:nvPr>
        </p:nvGraphicFramePr>
        <p:xfrm>
          <a:off x="609600" y="1940848"/>
          <a:ext cx="10972799" cy="4311113"/>
        </p:xfrm>
        <a:graphic>
          <a:graphicData uri="http://schemas.openxmlformats.org/drawingml/2006/table">
            <a:tbl>
              <a:tblPr firstRow="1" bandRow="1">
                <a:tableStyleId>{616DA210-FB5B-4158-B5E0-FEB733F419BA}</a:tableStyleId>
              </a:tblPr>
              <a:tblGrid>
                <a:gridCol w="2041236">
                  <a:extLst>
                    <a:ext uri="{9D8B030D-6E8A-4147-A177-3AD203B41FA5}">
                      <a16:colId xmlns:a16="http://schemas.microsoft.com/office/drawing/2014/main" val="20000"/>
                    </a:ext>
                  </a:extLst>
                </a:gridCol>
                <a:gridCol w="2041236">
                  <a:extLst>
                    <a:ext uri="{9D8B030D-6E8A-4147-A177-3AD203B41FA5}">
                      <a16:colId xmlns:a16="http://schemas.microsoft.com/office/drawing/2014/main" val="20001"/>
                    </a:ext>
                  </a:extLst>
                </a:gridCol>
                <a:gridCol w="2420768">
                  <a:extLst>
                    <a:ext uri="{9D8B030D-6E8A-4147-A177-3AD203B41FA5}">
                      <a16:colId xmlns:a16="http://schemas.microsoft.com/office/drawing/2014/main" val="20002"/>
                    </a:ext>
                  </a:extLst>
                </a:gridCol>
                <a:gridCol w="2231000">
                  <a:extLst>
                    <a:ext uri="{9D8B030D-6E8A-4147-A177-3AD203B41FA5}">
                      <a16:colId xmlns:a16="http://schemas.microsoft.com/office/drawing/2014/main" val="20003"/>
                    </a:ext>
                  </a:extLst>
                </a:gridCol>
                <a:gridCol w="2238559">
                  <a:extLst>
                    <a:ext uri="{9D8B030D-6E8A-4147-A177-3AD203B41FA5}">
                      <a16:colId xmlns:a16="http://schemas.microsoft.com/office/drawing/2014/main" val="20004"/>
                    </a:ext>
                  </a:extLst>
                </a:gridCol>
              </a:tblGrid>
              <a:tr h="381140">
                <a:tc>
                  <a:txBody>
                    <a:bodyPr/>
                    <a:lstStyle/>
                    <a:p>
                      <a:pPr marL="0" marR="0" algn="l">
                        <a:lnSpc>
                          <a:spcPct val="107000"/>
                        </a:lnSpc>
                        <a:spcAft>
                          <a:spcPts val="800"/>
                        </a:spcAft>
                        <a:buNone/>
                      </a:pPr>
                      <a:r>
                        <a:rPr lang="en-US" sz="1400" b="1" dirty="0">
                          <a:effectLst/>
                          <a:latin typeface="Times New Roman" panose="02020603050405020304" pitchFamily="18" charset="0"/>
                          <a:ea typeface="Calibri" panose="020F0502020204030204" pitchFamily="34" charset="0"/>
                          <a:cs typeface="Arial" panose="020B0604020202020204" pitchFamily="34" charset="0"/>
                        </a:rPr>
                        <a:t>Ref</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b="1">
                          <a:effectLst/>
                          <a:latin typeface="Times New Roman" panose="02020603050405020304" pitchFamily="18" charset="0"/>
                          <a:ea typeface="Calibri" panose="020F0502020204030204" pitchFamily="34" charset="0"/>
                          <a:cs typeface="Arial" panose="020B0604020202020204" pitchFamily="34" charset="0"/>
                        </a:rPr>
                        <a:t>Title</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b="1">
                          <a:effectLst/>
                          <a:latin typeface="Times New Roman" panose="02020603050405020304" pitchFamily="18" charset="0"/>
                          <a:ea typeface="Calibri" panose="020F0502020204030204" pitchFamily="34" charset="0"/>
                          <a:cs typeface="Arial" panose="020B0604020202020204" pitchFamily="34" charset="0"/>
                        </a:rPr>
                        <a:t>Method/Approaches</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b="1">
                          <a:effectLst/>
                          <a:latin typeface="Times New Roman" panose="02020603050405020304" pitchFamily="18" charset="0"/>
                          <a:ea typeface="Calibri" panose="020F0502020204030204" pitchFamily="34" charset="0"/>
                          <a:cs typeface="Arial" panose="020B0604020202020204" pitchFamily="34" charset="0"/>
                        </a:rPr>
                        <a:t>Dataset</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b="1" dirty="0">
                          <a:effectLst/>
                          <a:latin typeface="Times New Roman" panose="02020603050405020304" pitchFamily="18" charset="0"/>
                          <a:ea typeface="Calibri" panose="020F0502020204030204" pitchFamily="34" charset="0"/>
                          <a:cs typeface="Arial" panose="020B0604020202020204" pitchFamily="34" charset="0"/>
                        </a:rPr>
                        <a:t>Acc (%)</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0"/>
                  </a:ext>
                </a:extLst>
              </a:tr>
              <a:tr h="1302033">
                <a:tc>
                  <a:txBody>
                    <a:bodyPr/>
                    <a:lstStyle/>
                    <a:p>
                      <a:pPr marL="0" marR="0" algn="l">
                        <a:lnSpc>
                          <a:spcPct val="107000"/>
                        </a:lnSpc>
                        <a:spcAft>
                          <a:spcPts val="800"/>
                        </a:spcAft>
                        <a:buNone/>
                      </a:pPr>
                      <a:r>
                        <a:rPr lang="en-US" sz="1400" dirty="0">
                          <a:solidFill>
                            <a:srgbClr val="0070C0"/>
                          </a:solidFill>
                          <a:effectLst/>
                          <a:latin typeface="Times New Roman" panose="02020603050405020304" pitchFamily="18" charset="0"/>
                          <a:ea typeface="Calibri" panose="020F0502020204030204" pitchFamily="34" charset="0"/>
                          <a:cs typeface="Arial" panose="020B0604020202020204" pitchFamily="34" charset="0"/>
                        </a:rPr>
                        <a:t>[13]</a:t>
                      </a:r>
                      <a:endParaRPr lang="en-US" sz="14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Hybrid Fusion-Net: Deep Learning for Multi-Stage Diabetic Retinopathy Detection</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hybrid deep learning approach combining Self-Attention Network (SAN)+Vision Transformer (Vit)</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Kaggle Diabetic Retinopathy Detection dataset</a:t>
                      </a: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 </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99%</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362180125"/>
                  </a:ext>
                </a:extLst>
              </a:tr>
              <a:tr h="1167884">
                <a:tc>
                  <a:txBody>
                    <a:bodyPr/>
                    <a:lstStyle/>
                    <a:p>
                      <a:pPr marL="0" marR="0" algn="l">
                        <a:lnSpc>
                          <a:spcPct val="107000"/>
                        </a:lnSpc>
                        <a:spcAft>
                          <a:spcPts val="800"/>
                        </a:spcAft>
                        <a:buNone/>
                      </a:pPr>
                      <a:r>
                        <a:rPr lang="en-US" sz="1400" dirty="0">
                          <a:solidFill>
                            <a:srgbClr val="0070C0"/>
                          </a:solidFill>
                          <a:effectLst/>
                          <a:latin typeface="Times New Roman" panose="02020603050405020304" pitchFamily="18" charset="0"/>
                          <a:ea typeface="Calibri" panose="020F0502020204030204" pitchFamily="34" charset="0"/>
                          <a:cs typeface="Arial" panose="020B0604020202020204" pitchFamily="34" charset="0"/>
                        </a:rPr>
                        <a:t>[19]</a:t>
                      </a:r>
                      <a:endParaRPr lang="en-US" sz="14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p>
                      <a:pPr marL="0" marR="0" algn="l">
                        <a:lnSpc>
                          <a:spcPct val="107000"/>
                        </a:lnSpc>
                        <a:spcAft>
                          <a:spcPts val="800"/>
                        </a:spcAft>
                        <a:buNone/>
                      </a:pPr>
                      <a:r>
                        <a:rPr lang="en-US" sz="1400" dirty="0">
                          <a:solidFill>
                            <a:srgbClr val="0070C0"/>
                          </a:solidFill>
                          <a:effectLst/>
                          <a:latin typeface="Times New Roman" panose="02020603050405020304" pitchFamily="18" charset="0"/>
                          <a:ea typeface="Calibri" panose="020F0502020204030204" pitchFamily="34" charset="0"/>
                          <a:cs typeface="Arial" panose="020B0604020202020204" pitchFamily="34" charset="0"/>
                        </a:rPr>
                        <a:t> </a:t>
                      </a:r>
                      <a:endParaRPr lang="en-US" sz="14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Feature attention module on CNN for DR detection</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CNN with feature    attention modules and transformer-inspired positional encoding for highlighting lesion regions</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APTOS</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95.70%</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813028750"/>
                  </a:ext>
                </a:extLst>
              </a:tr>
              <a:tr h="1345918">
                <a:tc>
                  <a:txBody>
                    <a:bodyPr/>
                    <a:lstStyle/>
                    <a:p>
                      <a:pPr marL="0" marR="0" algn="l">
                        <a:lnSpc>
                          <a:spcPct val="107000"/>
                        </a:lnSpc>
                        <a:spcAft>
                          <a:spcPts val="800"/>
                        </a:spcAft>
                        <a:buNone/>
                      </a:pPr>
                      <a:r>
                        <a:rPr lang="en-US" sz="1400" dirty="0">
                          <a:solidFill>
                            <a:srgbClr val="0070C0"/>
                          </a:solidFill>
                          <a:effectLst/>
                          <a:latin typeface="Times New Roman" panose="02020603050405020304" pitchFamily="18" charset="0"/>
                          <a:ea typeface="Calibri" panose="020F0502020204030204" pitchFamily="34" charset="0"/>
                          <a:cs typeface="Arial" panose="020B0604020202020204" pitchFamily="34" charset="0"/>
                        </a:rPr>
                        <a:t>[20]</a:t>
                      </a:r>
                      <a:endParaRPr lang="en-US" sz="14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DL</a:t>
                      </a:r>
                      <a:r>
                        <a:rPr lang="en-US" sz="1400" b="1" dirty="0">
                          <a:effectLst/>
                          <a:latin typeface="Times New Roman" panose="02020603050405020304" pitchFamily="18" charset="0"/>
                          <a:ea typeface="Calibri" panose="020F0502020204030204" pitchFamily="34" charset="0"/>
                          <a:cs typeface="Arial" panose="020B0604020202020204" pitchFamily="34" charset="0"/>
                        </a:rPr>
                        <a:t> </a:t>
                      </a:r>
                      <a:r>
                        <a:rPr lang="en-US" sz="1400" dirty="0">
                          <a:effectLst/>
                          <a:latin typeface="Times New Roman" panose="02020603050405020304" pitchFamily="18" charset="0"/>
                          <a:ea typeface="Calibri" panose="020F0502020204030204" pitchFamily="34" charset="0"/>
                          <a:cs typeface="Arial" panose="020B0604020202020204" pitchFamily="34" charset="0"/>
                        </a:rPr>
                        <a:t>powered segmentation and classification using transfer learning</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Hybrid model</a:t>
                      </a:r>
                      <a:endParaRPr lang="en-US" sz="1400">
                        <a:effectLst/>
                        <a:latin typeface="Calibri" panose="020F0502020204030204" pitchFamily="34" charset="0"/>
                        <a:ea typeface="Calibri" panose="020F0502020204030204" pitchFamily="34" charset="0"/>
                        <a:cs typeface="Arial" panose="020B0604020202020204" pitchFamily="34" charset="0"/>
                      </a:endParaRPr>
                    </a:p>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 combining U-Net seg mentation, pretrained CNN, and Vision Transformer (ViT) for feature fusion and classification</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a:effectLst/>
                          <a:latin typeface="Times New Roman" panose="02020603050405020304" pitchFamily="18" charset="0"/>
                          <a:ea typeface="Calibri" panose="020F0502020204030204" pitchFamily="34" charset="0"/>
                          <a:cs typeface="Arial" panose="020B0604020202020204" pitchFamily="34" charset="0"/>
                        </a:rPr>
                        <a:t>Kaggle DR Dataset</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pPr>
                      <a:r>
                        <a:rPr lang="en-US" sz="1400" dirty="0">
                          <a:effectLst/>
                          <a:latin typeface="Times New Roman" panose="02020603050405020304" pitchFamily="18" charset="0"/>
                          <a:ea typeface="Calibri" panose="020F0502020204030204" pitchFamily="34" charset="0"/>
                          <a:cs typeface="Arial" panose="020B0604020202020204" pitchFamily="34" charset="0"/>
                        </a:rPr>
                        <a:t> 89.1%</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231576334"/>
                  </a:ext>
                </a:extLst>
              </a:tr>
            </a:tbl>
          </a:graphicData>
        </a:graphic>
      </p:graphicFrame>
      <p:pic>
        <p:nvPicPr>
          <p:cNvPr id="3" name="Picture 2">
            <a:extLst>
              <a:ext uri="{FF2B5EF4-FFF2-40B4-BE49-F238E27FC236}">
                <a16:creationId xmlns:a16="http://schemas.microsoft.com/office/drawing/2014/main" id="{98A67669-5B2B-5E8B-BB21-58B5501F68E2}"/>
              </a:ext>
            </a:extLst>
          </p:cNvPr>
          <p:cNvPicPr>
            <a:picLocks noChangeAspect="1"/>
          </p:cNvPicPr>
          <p:nvPr/>
        </p:nvPicPr>
        <p:blipFill>
          <a:blip r:embed="rId3"/>
          <a:stretch>
            <a:fillRect/>
          </a:stretch>
        </p:blipFill>
        <p:spPr>
          <a:xfrm>
            <a:off x="10222281" y="-126547"/>
            <a:ext cx="2101011" cy="2067395"/>
          </a:xfrm>
          <a:prstGeom prst="rect">
            <a:avLst/>
          </a:prstGeom>
        </p:spPr>
      </p:pic>
      <p:sp>
        <p:nvSpPr>
          <p:cNvPr id="8" name="Rectangle 7">
            <a:extLst>
              <a:ext uri="{FF2B5EF4-FFF2-40B4-BE49-F238E27FC236}">
                <a16:creationId xmlns:a16="http://schemas.microsoft.com/office/drawing/2014/main" id="{C17DC2F6-A339-3F44-9DE4-969CFB184C2E}"/>
              </a:ext>
            </a:extLst>
          </p:cNvPr>
          <p:cNvSpPr/>
          <p:nvPr/>
        </p:nvSpPr>
        <p:spPr>
          <a:xfrm>
            <a:off x="1351745" y="431692"/>
            <a:ext cx="9193542" cy="2062103"/>
          </a:xfrm>
          <a:prstGeom prst="rect">
            <a:avLst/>
          </a:prstGeom>
        </p:spPr>
        <p:txBody>
          <a:bodyPr wrap="none">
            <a:spAutoFit/>
          </a:bodyPr>
          <a:lstStyle/>
          <a:p>
            <a:pPr algn="ctr"/>
            <a:r>
              <a:rPr lang="en-US" sz="2800" b="1" u="sng" dirty="0">
                <a:solidFill>
                  <a:srgbClr val="002060"/>
                </a:solidFill>
                <a:sym typeface="+mn-ea"/>
              </a:rPr>
              <a:t>Literature Review of Vision Transformer Approaches</a:t>
            </a:r>
          </a:p>
          <a:p>
            <a:pPr algn="ctr"/>
            <a:endParaRPr lang="en-US" sz="2800" b="1" u="sng" dirty="0">
              <a:solidFill>
                <a:srgbClr val="002060"/>
              </a:solidFill>
              <a:sym typeface="+mn-ea"/>
            </a:endParaRPr>
          </a:p>
          <a:p>
            <a:pPr algn="ctr"/>
            <a:r>
              <a:rPr lang="en-US" sz="1600" dirty="0"/>
              <a:t>Table 3: Vision Transformer Approaches for Diabetic Retinopathy (2023-2025)</a:t>
            </a:r>
            <a:endParaRPr lang="en-US" sz="1600" b="1" dirty="0"/>
          </a:p>
          <a:p>
            <a:pPr algn="ctr"/>
            <a:endParaRPr lang="en-US" altLang="en-US" sz="2800" b="1" u="sng" dirty="0">
              <a:solidFill>
                <a:schemeClr val="tx1"/>
              </a:solidFill>
              <a:sym typeface="+mn-ea"/>
            </a:endParaRPr>
          </a:p>
          <a:p>
            <a:pPr algn="l"/>
            <a:endParaRPr lang="en-US" sz="2800" u="sng" dirty="0">
              <a:solidFill>
                <a:schemeClr val="tx1"/>
              </a:solidFill>
            </a:endParaRPr>
          </a:p>
        </p:txBody>
      </p:sp>
    </p:spTree>
    <p:extLst>
      <p:ext uri="{BB962C8B-B14F-4D97-AF65-F5344CB8AC3E}">
        <p14:creationId xmlns:p14="http://schemas.microsoft.com/office/powerpoint/2010/main" val="32227200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0"/>
          <p:cNvSpPr txBox="1">
            <a:spLocks noGrp="1"/>
          </p:cNvSpPr>
          <p:nvPr>
            <p:ph type="title"/>
          </p:nvPr>
        </p:nvSpPr>
        <p:spPr>
          <a:xfrm>
            <a:off x="914400" y="1024803"/>
            <a:ext cx="8952914" cy="1325563"/>
          </a:xfrm>
          <a:prstGeom prst="rect">
            <a:avLst/>
          </a:prstGeom>
          <a:noFill/>
          <a:ln>
            <a:noFill/>
          </a:ln>
        </p:spPr>
        <p:txBody>
          <a:bodyPr spcFirstLastPara="1" wrap="square" lIns="91425" tIns="45700" rIns="91425" bIns="45700" anchor="ctr" anchorCtr="0">
            <a:normAutofit/>
          </a:bodyPr>
          <a:lstStyle/>
          <a:p>
            <a:pPr algn="ctr">
              <a:buClr>
                <a:schemeClr val="accent1"/>
              </a:buClr>
              <a:buSzPts val="4400"/>
            </a:pPr>
            <a:r>
              <a:rPr lang="en-US" b="1" u="sng"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Research Gaps</a:t>
            </a:r>
            <a:br>
              <a:rPr lang="en-US" b="1" dirty="0"/>
            </a:br>
            <a:endParaRPr u="sng" dirty="0">
              <a:solidFill>
                <a:schemeClr val="accent1"/>
              </a:solidFill>
            </a:endParaRPr>
          </a:p>
        </p:txBody>
      </p:sp>
      <p:sp>
        <p:nvSpPr>
          <p:cNvPr id="183" name="Google Shape;183;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lang="en-US"/>
          </a:p>
        </p:txBody>
      </p:sp>
      <p:sp>
        <p:nvSpPr>
          <p:cNvPr id="184" name="Google Shape;184;p20"/>
          <p:cNvSpPr/>
          <p:nvPr/>
        </p:nvSpPr>
        <p:spPr>
          <a:xfrm>
            <a:off x="0" y="0"/>
            <a:ext cx="12192000" cy="6858000"/>
          </a:xfrm>
          <a:prstGeom prst="rect">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85" name="Google Shape;185;p20"/>
          <p:cNvSpPr/>
          <p:nvPr/>
        </p:nvSpPr>
        <p:spPr>
          <a:xfrm>
            <a:off x="126609" y="103306"/>
            <a:ext cx="11915336" cy="6608933"/>
          </a:xfrm>
          <a:prstGeom prst="roundRect">
            <a:avLst>
              <a:gd name="adj" fmla="val 16667"/>
            </a:avLst>
          </a:prstGeom>
          <a:noFill/>
          <a:ln w="9525" cap="flat" cmpd="thinThick">
            <a:solidFill>
              <a:srgbClr val="42719B">
                <a:alpha val="78823"/>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7" name="TextBox 6"/>
          <p:cNvSpPr txBox="1"/>
          <p:nvPr/>
        </p:nvSpPr>
        <p:spPr>
          <a:xfrm>
            <a:off x="914400" y="2205872"/>
            <a:ext cx="10105534" cy="4457952"/>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Existing DR research faces significant challenges due to limited dataset diversity, class imbalance, and the difficulty of distinguishing subtle differences between adjacent DR stages. Limited representation of variations in color, contrast, resolution, and imaging devices in training data results in lower accuracy and poor generalization of the models. Additionally, the unequal distribution of DR severity levels particularly the scarcity of advanced cases introduces bias and reduces reliable classification across all classes. These issues are further compounded by the subtle visual differences between early and intermediate DR stages, making precise classification.</a:t>
            </a:r>
          </a:p>
          <a:p>
            <a:pPr algn="just">
              <a:lnSpc>
                <a:spcPct val="150000"/>
              </a:lnSpc>
            </a:pPr>
            <a:r>
              <a:rPr lang="en-US" sz="2400" dirty="0">
                <a:latin typeface="Times New Roman" panose="02020603050405020304" pitchFamily="18" charset="0"/>
                <a:cs typeface="Times New Roman" panose="02020603050405020304" pitchFamily="18" charset="0"/>
              </a:rPr>
              <a:t> </a:t>
            </a:r>
          </a:p>
          <a:p>
            <a:pPr algn="just">
              <a:lnSpc>
                <a:spcPct val="150000"/>
              </a:lnSpc>
            </a:pPr>
            <a:r>
              <a:rPr lang="en-US" sz="2400" dirty="0">
                <a:latin typeface="Times New Roman" panose="02020603050405020304" pitchFamily="18" charset="0"/>
                <a:cs typeface="Times New Roman" panose="02020603050405020304" pitchFamily="18" charset="0"/>
              </a:rPr>
              <a:t> </a:t>
            </a:r>
          </a:p>
        </p:txBody>
      </p:sp>
      <p:pic>
        <p:nvPicPr>
          <p:cNvPr id="2" name="Picture 1">
            <a:extLst>
              <a:ext uri="{FF2B5EF4-FFF2-40B4-BE49-F238E27FC236}">
                <a16:creationId xmlns:a16="http://schemas.microsoft.com/office/drawing/2014/main" id="{73DA1CBC-812D-4EE6-525C-0C7CA90BAC72}"/>
              </a:ext>
            </a:extLst>
          </p:cNvPr>
          <p:cNvPicPr>
            <a:picLocks noChangeAspect="1"/>
          </p:cNvPicPr>
          <p:nvPr/>
        </p:nvPicPr>
        <p:blipFill>
          <a:blip r:embed="rId3"/>
          <a:stretch>
            <a:fillRect/>
          </a:stretch>
        </p:blipFill>
        <p:spPr>
          <a:xfrm>
            <a:off x="10222281" y="-126547"/>
            <a:ext cx="2101011" cy="20673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0">
          <a:extLst>
            <a:ext uri="{FF2B5EF4-FFF2-40B4-BE49-F238E27FC236}">
              <a16:creationId xmlns:a16="http://schemas.microsoft.com/office/drawing/2014/main" id="{2FE5C672-E5E0-740E-D0DA-A5435CCCE5F6}"/>
            </a:ext>
          </a:extLst>
        </p:cNvPr>
        <p:cNvGrpSpPr/>
        <p:nvPr/>
      </p:nvGrpSpPr>
      <p:grpSpPr>
        <a:xfrm>
          <a:off x="0" y="0"/>
          <a:ext cx="0" cy="0"/>
          <a:chOff x="0" y="0"/>
          <a:chExt cx="0" cy="0"/>
        </a:xfrm>
      </p:grpSpPr>
      <p:sp>
        <p:nvSpPr>
          <p:cNvPr id="181" name="Google Shape;181;p20">
            <a:extLst>
              <a:ext uri="{FF2B5EF4-FFF2-40B4-BE49-F238E27FC236}">
                <a16:creationId xmlns:a16="http://schemas.microsoft.com/office/drawing/2014/main" id="{2ED564FD-CD99-DBA4-94F1-2B367890FC88}"/>
              </a:ext>
            </a:extLst>
          </p:cNvPr>
          <p:cNvSpPr txBox="1">
            <a:spLocks noGrp="1"/>
          </p:cNvSpPr>
          <p:nvPr>
            <p:ph type="title"/>
          </p:nvPr>
        </p:nvSpPr>
        <p:spPr>
          <a:xfrm>
            <a:off x="914400" y="1024803"/>
            <a:ext cx="8952914" cy="1325563"/>
          </a:xfrm>
          <a:prstGeom prst="rect">
            <a:avLst/>
          </a:prstGeom>
          <a:noFill/>
          <a:ln>
            <a:noFill/>
          </a:ln>
        </p:spPr>
        <p:txBody>
          <a:bodyPr spcFirstLastPara="1" wrap="square" lIns="91425" tIns="45700" rIns="91425" bIns="45700" anchor="ctr" anchorCtr="0">
            <a:normAutofit/>
          </a:bodyPr>
          <a:lstStyle/>
          <a:p>
            <a:pPr algn="ctr">
              <a:buClr>
                <a:schemeClr val="accent1"/>
              </a:buClr>
              <a:buSzPts val="4400"/>
            </a:pPr>
            <a:r>
              <a:rPr lang="en-US" b="1" u="sng" dirty="0">
                <a:solidFill>
                  <a:srgbClr val="002060"/>
                </a:solidFill>
                <a:latin typeface="Calibri" panose="020F0502020204030204" pitchFamily="34" charset="0"/>
                <a:cs typeface="Calibri" panose="020F0502020204030204" pitchFamily="34" charset="0"/>
              </a:rPr>
              <a:t>Research Challenges</a:t>
            </a:r>
            <a:endParaRPr u="sng" dirty="0">
              <a:solidFill>
                <a:srgbClr val="002060"/>
              </a:solidFill>
            </a:endParaRPr>
          </a:p>
        </p:txBody>
      </p:sp>
      <p:sp>
        <p:nvSpPr>
          <p:cNvPr id="183" name="Google Shape;183;p20">
            <a:extLst>
              <a:ext uri="{FF2B5EF4-FFF2-40B4-BE49-F238E27FC236}">
                <a16:creationId xmlns:a16="http://schemas.microsoft.com/office/drawing/2014/main" id="{B8B84E44-FEDF-96F5-F242-475C847CECA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lang="en-US"/>
          </a:p>
        </p:txBody>
      </p:sp>
      <p:sp>
        <p:nvSpPr>
          <p:cNvPr id="184" name="Google Shape;184;p20">
            <a:extLst>
              <a:ext uri="{FF2B5EF4-FFF2-40B4-BE49-F238E27FC236}">
                <a16:creationId xmlns:a16="http://schemas.microsoft.com/office/drawing/2014/main" id="{50A32AF3-3778-B93A-FA59-51D8D14952AE}"/>
              </a:ext>
            </a:extLst>
          </p:cNvPr>
          <p:cNvSpPr/>
          <p:nvPr/>
        </p:nvSpPr>
        <p:spPr>
          <a:xfrm>
            <a:off x="0" y="0"/>
            <a:ext cx="12192000" cy="6858000"/>
          </a:xfrm>
          <a:prstGeom prst="rect">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85" name="Google Shape;185;p20">
            <a:extLst>
              <a:ext uri="{FF2B5EF4-FFF2-40B4-BE49-F238E27FC236}">
                <a16:creationId xmlns:a16="http://schemas.microsoft.com/office/drawing/2014/main" id="{97510B24-1EF8-B50F-DA59-FA8EF778C827}"/>
              </a:ext>
            </a:extLst>
          </p:cNvPr>
          <p:cNvSpPr/>
          <p:nvPr/>
        </p:nvSpPr>
        <p:spPr>
          <a:xfrm>
            <a:off x="126609" y="103306"/>
            <a:ext cx="11915336" cy="6608933"/>
          </a:xfrm>
          <a:prstGeom prst="roundRect">
            <a:avLst>
              <a:gd name="adj" fmla="val 16667"/>
            </a:avLst>
          </a:prstGeom>
          <a:noFill/>
          <a:ln w="9525" cap="flat" cmpd="thinThick">
            <a:solidFill>
              <a:srgbClr val="42719B">
                <a:alpha val="78823"/>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7" name="TextBox 6">
            <a:extLst>
              <a:ext uri="{FF2B5EF4-FFF2-40B4-BE49-F238E27FC236}">
                <a16:creationId xmlns:a16="http://schemas.microsoft.com/office/drawing/2014/main" id="{B7326F42-BB10-C788-B3DA-9B1A6A8E39DF}"/>
              </a:ext>
            </a:extLst>
          </p:cNvPr>
          <p:cNvSpPr txBox="1"/>
          <p:nvPr/>
        </p:nvSpPr>
        <p:spPr>
          <a:xfrm>
            <a:off x="914400" y="2205872"/>
            <a:ext cx="10105534" cy="3046988"/>
          </a:xfrm>
          <a:prstGeom prst="rect">
            <a:avLst/>
          </a:prstGeom>
          <a:noFill/>
        </p:spPr>
        <p:txBody>
          <a:bodyPr wrap="square" rtlCol="0">
            <a:spAutoFit/>
          </a:bodyPr>
          <a:lstStyle/>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Data Imbalance: </a:t>
            </a:r>
            <a:r>
              <a:rPr lang="en-US" sz="2400" dirty="0">
                <a:latin typeface="Times New Roman" panose="02020603050405020304" pitchFamily="18" charset="0"/>
                <a:cs typeface="Times New Roman" panose="02020603050405020304" pitchFamily="18" charset="0"/>
              </a:rPr>
              <a:t>Most datasets contain  more normal images than severe DR cases.</a:t>
            </a:r>
          </a:p>
          <a:p>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Computational Constraints: </a:t>
            </a:r>
            <a:r>
              <a:rPr lang="en-US" sz="2400" dirty="0">
                <a:latin typeface="Times New Roman" panose="02020603050405020304" pitchFamily="18" charset="0"/>
                <a:cs typeface="Times New Roman" panose="02020603050405020304" pitchFamily="18" charset="0"/>
              </a:rPr>
              <a:t>DR tools must work on low-resource devices.</a:t>
            </a:r>
          </a:p>
          <a:p>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Image Quality :</a:t>
            </a:r>
            <a:r>
              <a:rPr lang="en-US" sz="2400" dirty="0">
                <a:latin typeface="Times New Roman" panose="02020603050405020304" pitchFamily="18" charset="0"/>
                <a:cs typeface="Times New Roman" panose="02020603050405020304" pitchFamily="18" charset="0"/>
              </a:rPr>
              <a:t> Retinal images vary due to different cameras.</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E0729558-BDD4-CDCD-CA7C-D8796EE5BFD1}"/>
              </a:ext>
            </a:extLst>
          </p:cNvPr>
          <p:cNvPicPr>
            <a:picLocks noChangeAspect="1"/>
          </p:cNvPicPr>
          <p:nvPr/>
        </p:nvPicPr>
        <p:blipFill>
          <a:blip r:embed="rId3"/>
          <a:stretch>
            <a:fillRect/>
          </a:stretch>
        </p:blipFill>
        <p:spPr>
          <a:xfrm>
            <a:off x="10222281" y="-126547"/>
            <a:ext cx="2101011" cy="2067395"/>
          </a:xfrm>
          <a:prstGeom prst="rect">
            <a:avLst/>
          </a:prstGeom>
        </p:spPr>
      </p:pic>
    </p:spTree>
    <p:extLst>
      <p:ext uri="{BB962C8B-B14F-4D97-AF65-F5344CB8AC3E}">
        <p14:creationId xmlns:p14="http://schemas.microsoft.com/office/powerpoint/2010/main" val="28680233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0">
          <a:extLst>
            <a:ext uri="{FF2B5EF4-FFF2-40B4-BE49-F238E27FC236}">
              <a16:creationId xmlns:a16="http://schemas.microsoft.com/office/drawing/2014/main" id="{DB6E725B-B198-8DE2-D8F8-6A5DFDA8429C}"/>
            </a:ext>
          </a:extLst>
        </p:cNvPr>
        <p:cNvGrpSpPr/>
        <p:nvPr/>
      </p:nvGrpSpPr>
      <p:grpSpPr>
        <a:xfrm>
          <a:off x="0" y="0"/>
          <a:ext cx="0" cy="0"/>
          <a:chOff x="0" y="0"/>
          <a:chExt cx="0" cy="0"/>
        </a:xfrm>
      </p:grpSpPr>
      <p:sp>
        <p:nvSpPr>
          <p:cNvPr id="181" name="Google Shape;181;p20">
            <a:extLst>
              <a:ext uri="{FF2B5EF4-FFF2-40B4-BE49-F238E27FC236}">
                <a16:creationId xmlns:a16="http://schemas.microsoft.com/office/drawing/2014/main" id="{E268F029-4CBF-3EF6-47C9-DE318218EE27}"/>
              </a:ext>
            </a:extLst>
          </p:cNvPr>
          <p:cNvSpPr txBox="1">
            <a:spLocks noGrp="1"/>
          </p:cNvSpPr>
          <p:nvPr>
            <p:ph type="title"/>
          </p:nvPr>
        </p:nvSpPr>
        <p:spPr>
          <a:xfrm>
            <a:off x="1029286" y="734548"/>
            <a:ext cx="8952914" cy="1325563"/>
          </a:xfrm>
          <a:prstGeom prst="rect">
            <a:avLst/>
          </a:prstGeom>
          <a:noFill/>
          <a:ln>
            <a:noFill/>
          </a:ln>
        </p:spPr>
        <p:txBody>
          <a:bodyPr spcFirstLastPara="1" wrap="square" lIns="91425" tIns="45700" rIns="91425" bIns="45700" anchor="ctr" anchorCtr="0">
            <a:normAutofit/>
          </a:bodyPr>
          <a:lstStyle/>
          <a:p>
            <a:pPr algn="ctr">
              <a:buClr>
                <a:schemeClr val="accent1"/>
              </a:buClr>
              <a:buSzPts val="4400"/>
            </a:pPr>
            <a:r>
              <a:rPr lang="en-US" b="1" u="sng" dirty="0">
                <a:solidFill>
                  <a:srgbClr val="002060"/>
                </a:solidFill>
                <a:latin typeface="Times New Roman" panose="02020603050405020304" pitchFamily="18" charset="0"/>
                <a:cs typeface="Times New Roman" panose="02020603050405020304" pitchFamily="18" charset="0"/>
              </a:rPr>
              <a:t>Research Objectives</a:t>
            </a:r>
            <a:endParaRPr u="sng" dirty="0">
              <a:solidFill>
                <a:srgbClr val="002060"/>
              </a:solidFill>
              <a:latin typeface="Times New Roman" panose="02020603050405020304" pitchFamily="18" charset="0"/>
              <a:cs typeface="Times New Roman" panose="02020603050405020304" pitchFamily="18" charset="0"/>
            </a:endParaRPr>
          </a:p>
        </p:txBody>
      </p:sp>
      <p:sp>
        <p:nvSpPr>
          <p:cNvPr id="183" name="Google Shape;183;p20">
            <a:extLst>
              <a:ext uri="{FF2B5EF4-FFF2-40B4-BE49-F238E27FC236}">
                <a16:creationId xmlns:a16="http://schemas.microsoft.com/office/drawing/2014/main" id="{C1EE2505-4F05-614E-1440-31B535248D0D}"/>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lang="en-US"/>
          </a:p>
        </p:txBody>
      </p:sp>
      <p:sp>
        <p:nvSpPr>
          <p:cNvPr id="184" name="Google Shape;184;p20">
            <a:extLst>
              <a:ext uri="{FF2B5EF4-FFF2-40B4-BE49-F238E27FC236}">
                <a16:creationId xmlns:a16="http://schemas.microsoft.com/office/drawing/2014/main" id="{7F168EED-19F0-7807-38DB-374ECDDC82F1}"/>
              </a:ext>
            </a:extLst>
          </p:cNvPr>
          <p:cNvSpPr/>
          <p:nvPr/>
        </p:nvSpPr>
        <p:spPr>
          <a:xfrm>
            <a:off x="0" y="0"/>
            <a:ext cx="12192000" cy="6858000"/>
          </a:xfrm>
          <a:prstGeom prst="rect">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85" name="Google Shape;185;p20">
            <a:extLst>
              <a:ext uri="{FF2B5EF4-FFF2-40B4-BE49-F238E27FC236}">
                <a16:creationId xmlns:a16="http://schemas.microsoft.com/office/drawing/2014/main" id="{855408F6-BCBF-964C-A3AC-36F5BF35F1B5}"/>
              </a:ext>
            </a:extLst>
          </p:cNvPr>
          <p:cNvSpPr/>
          <p:nvPr/>
        </p:nvSpPr>
        <p:spPr>
          <a:xfrm>
            <a:off x="126609" y="103306"/>
            <a:ext cx="11915336" cy="6608933"/>
          </a:xfrm>
          <a:prstGeom prst="roundRect">
            <a:avLst>
              <a:gd name="adj" fmla="val 16667"/>
            </a:avLst>
          </a:prstGeom>
          <a:noFill/>
          <a:ln w="9525" cap="flat" cmpd="thinThick">
            <a:solidFill>
              <a:srgbClr val="42719B">
                <a:alpha val="78823"/>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7" name="TextBox 6">
            <a:extLst>
              <a:ext uri="{FF2B5EF4-FFF2-40B4-BE49-F238E27FC236}">
                <a16:creationId xmlns:a16="http://schemas.microsoft.com/office/drawing/2014/main" id="{470D3D4C-8695-26F5-4AA7-49309FE6F0CC}"/>
              </a:ext>
            </a:extLst>
          </p:cNvPr>
          <p:cNvSpPr txBox="1"/>
          <p:nvPr/>
        </p:nvSpPr>
        <p:spPr>
          <a:xfrm>
            <a:off x="914400" y="2205872"/>
            <a:ext cx="10105534" cy="4154984"/>
          </a:xfrm>
          <a:prstGeom prst="rect">
            <a:avLst/>
          </a:prstGeom>
          <a:noFill/>
        </p:spPr>
        <p:txBody>
          <a:bodyPr wrap="square" rtlCol="0">
            <a:spAutoFit/>
          </a:bodyPr>
          <a:lstStyle/>
          <a:p>
            <a:pPr marL="0" indent="0">
              <a:buNone/>
            </a:pP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 The objectives are the following: </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 </a:t>
            </a:r>
            <a:r>
              <a:rPr lang="en-US" sz="2400" b="1" dirty="0">
                <a:latin typeface="Times New Roman" panose="02020603050405020304" pitchFamily="18" charset="0"/>
                <a:cs typeface="Times New Roman" panose="02020603050405020304" pitchFamily="18" charset="0"/>
              </a:rPr>
              <a:t>To develop </a:t>
            </a:r>
            <a:r>
              <a:rPr lang="en-US" sz="2400" dirty="0">
                <a:latin typeface="Times New Roman" panose="02020603050405020304" pitchFamily="18" charset="0"/>
                <a:cs typeface="Times New Roman" panose="02020603050405020304" pitchFamily="18" charset="0"/>
              </a:rPr>
              <a:t>efficient deep learning model.</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 </a:t>
            </a:r>
            <a:r>
              <a:rPr lang="en-US" sz="2400" b="1" dirty="0">
                <a:latin typeface="Times New Roman" panose="02020603050405020304" pitchFamily="18" charset="0"/>
                <a:cs typeface="Times New Roman" panose="02020603050405020304" pitchFamily="18" charset="0"/>
              </a:rPr>
              <a:t>To handle </a:t>
            </a:r>
            <a:r>
              <a:rPr lang="en-US" sz="2400" dirty="0">
                <a:latin typeface="Times New Roman" panose="02020603050405020304" pitchFamily="18" charset="0"/>
                <a:cs typeface="Times New Roman" panose="02020603050405020304" pitchFamily="18" charset="0"/>
              </a:rPr>
              <a:t>class imbalance in DR datasets.</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 </a:t>
            </a:r>
            <a:r>
              <a:rPr lang="en-US" sz="2400" b="1" dirty="0">
                <a:latin typeface="Times New Roman" panose="02020603050405020304" pitchFamily="18" charset="0"/>
                <a:cs typeface="Times New Roman" panose="02020603050405020304" pitchFamily="18" charset="0"/>
              </a:rPr>
              <a:t>To provide </a:t>
            </a:r>
            <a:r>
              <a:rPr lang="en-US" sz="2400" dirty="0">
                <a:latin typeface="Times New Roman" panose="02020603050405020304" pitchFamily="18" charset="0"/>
                <a:cs typeface="Times New Roman" panose="02020603050405020304" pitchFamily="18" charset="0"/>
              </a:rPr>
              <a:t> Feature representation for overall retinal patterns .</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The main goal of this research is to develop robust AI-based solution that is mostly required in both urban hospitals and rural healthcare centers  </a:t>
            </a:r>
          </a:p>
        </p:txBody>
      </p:sp>
      <p:pic>
        <p:nvPicPr>
          <p:cNvPr id="2" name="Picture 1">
            <a:extLst>
              <a:ext uri="{FF2B5EF4-FFF2-40B4-BE49-F238E27FC236}">
                <a16:creationId xmlns:a16="http://schemas.microsoft.com/office/drawing/2014/main" id="{59F61274-7817-001F-A48B-BD23CA63DC50}"/>
              </a:ext>
            </a:extLst>
          </p:cNvPr>
          <p:cNvPicPr>
            <a:picLocks noChangeAspect="1"/>
          </p:cNvPicPr>
          <p:nvPr/>
        </p:nvPicPr>
        <p:blipFill>
          <a:blip r:embed="rId3"/>
          <a:stretch>
            <a:fillRect/>
          </a:stretch>
        </p:blipFill>
        <p:spPr>
          <a:xfrm>
            <a:off x="10222281" y="-126547"/>
            <a:ext cx="2101011" cy="2067395"/>
          </a:xfrm>
          <a:prstGeom prst="rect">
            <a:avLst/>
          </a:prstGeom>
        </p:spPr>
      </p:pic>
    </p:spTree>
    <p:extLst>
      <p:ext uri="{BB962C8B-B14F-4D97-AF65-F5344CB8AC3E}">
        <p14:creationId xmlns:p14="http://schemas.microsoft.com/office/powerpoint/2010/main" val="37305888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dirty="0"/>
          </a:p>
        </p:txBody>
      </p:sp>
      <p:sp>
        <p:nvSpPr>
          <p:cNvPr id="8" name="Rectangle 7"/>
          <p:cNvSpPr/>
          <p:nvPr/>
        </p:nvSpPr>
        <p:spPr>
          <a:xfrm>
            <a:off x="1480456" y="6098622"/>
            <a:ext cx="10029371" cy="1138773"/>
          </a:xfrm>
          <a:prstGeom prst="rect">
            <a:avLst/>
          </a:prstGeom>
        </p:spPr>
        <p:txBody>
          <a:bodyPr wrap="square">
            <a:spAutoFit/>
          </a:bodyPr>
          <a:lstStyle/>
          <a:p>
            <a:pPr algn="ctr"/>
            <a:r>
              <a:rPr lang="en-US" sz="2000" dirty="0"/>
              <a:t>Figure 1: Workflow of Proposed Methodology </a:t>
            </a:r>
            <a:endParaRPr lang="en-US" sz="2000" b="1" dirty="0"/>
          </a:p>
          <a:p>
            <a:pPr algn="ctr"/>
            <a:endParaRPr lang="en-US" sz="2400" b="1" dirty="0">
              <a:solidFill>
                <a:schemeClr val="tx1"/>
              </a:solidFill>
              <a:latin typeface="Calibri" panose="020F0502020204030204" pitchFamily="34" charset="0"/>
              <a:cs typeface="Calibri" panose="020F0502020204030204" pitchFamily="34" charset="0"/>
            </a:endParaRPr>
          </a:p>
          <a:p>
            <a:pPr algn="ctr"/>
            <a:endParaRPr lang="en-US" sz="2400" b="1" dirty="0">
              <a:solidFill>
                <a:schemeClr val="tx1"/>
              </a:solidFill>
              <a:latin typeface="Calibri" panose="020F0502020204030204" pitchFamily="34" charset="0"/>
              <a:cs typeface="Calibri" panose="020F0502020204030204" pitchFamily="34" charset="0"/>
            </a:endParaRPr>
          </a:p>
        </p:txBody>
      </p:sp>
      <p:sp>
        <p:nvSpPr>
          <p:cNvPr id="185" name="Google Shape;185;p20"/>
          <p:cNvSpPr/>
          <p:nvPr/>
        </p:nvSpPr>
        <p:spPr>
          <a:xfrm>
            <a:off x="126609" y="103306"/>
            <a:ext cx="11915336" cy="6608933"/>
          </a:xfrm>
          <a:prstGeom prst="roundRect">
            <a:avLst>
              <a:gd name="adj" fmla="val 16667"/>
            </a:avLst>
          </a:prstGeom>
          <a:noFill/>
          <a:ln w="9525" cap="flat" cmpd="thinThick">
            <a:solidFill>
              <a:srgbClr val="42719B">
                <a:alpha val="78823"/>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13" name="Picture 12">
            <a:extLst>
              <a:ext uri="{FF2B5EF4-FFF2-40B4-BE49-F238E27FC236}">
                <a16:creationId xmlns:a16="http://schemas.microsoft.com/office/drawing/2014/main" id="{4C6779D2-EA28-35F8-367C-4B190163812E}"/>
              </a:ext>
            </a:extLst>
          </p:cNvPr>
          <p:cNvPicPr>
            <a:picLocks noChangeAspect="1"/>
          </p:cNvPicPr>
          <p:nvPr/>
        </p:nvPicPr>
        <p:blipFill>
          <a:blip r:embed="rId2"/>
          <a:srcRect l="29547" t="37385" r="26586" b="8812"/>
          <a:stretch>
            <a:fillRect/>
          </a:stretch>
        </p:blipFill>
        <p:spPr>
          <a:xfrm>
            <a:off x="948338" y="589807"/>
            <a:ext cx="9506859" cy="5508815"/>
          </a:xfrm>
          <a:prstGeom prst="rect">
            <a:avLst/>
          </a:prstGeom>
        </p:spPr>
      </p:pic>
      <p:pic>
        <p:nvPicPr>
          <p:cNvPr id="2" name="Picture 1">
            <a:extLst>
              <a:ext uri="{FF2B5EF4-FFF2-40B4-BE49-F238E27FC236}">
                <a16:creationId xmlns:a16="http://schemas.microsoft.com/office/drawing/2014/main" id="{13282971-A760-EAFE-7623-A5CA5390C702}"/>
              </a:ext>
            </a:extLst>
          </p:cNvPr>
          <p:cNvPicPr>
            <a:picLocks noChangeAspect="1"/>
          </p:cNvPicPr>
          <p:nvPr/>
        </p:nvPicPr>
        <p:blipFill>
          <a:blip r:embed="rId3"/>
          <a:stretch>
            <a:fillRect/>
          </a:stretch>
        </p:blipFill>
        <p:spPr>
          <a:xfrm>
            <a:off x="10222281" y="-126547"/>
            <a:ext cx="2101011" cy="206739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FAAD6-336D-B45D-44F3-B5DCF7F8F5D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E99A451-C09F-E806-FB3D-C677D11D11F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dirty="0"/>
          </a:p>
        </p:txBody>
      </p:sp>
      <p:sp>
        <p:nvSpPr>
          <p:cNvPr id="8" name="Rectangle 7">
            <a:extLst>
              <a:ext uri="{FF2B5EF4-FFF2-40B4-BE49-F238E27FC236}">
                <a16:creationId xmlns:a16="http://schemas.microsoft.com/office/drawing/2014/main" id="{558133B4-95E3-2316-4925-A4ABA7EE7A78}"/>
              </a:ext>
            </a:extLst>
          </p:cNvPr>
          <p:cNvSpPr/>
          <p:nvPr/>
        </p:nvSpPr>
        <p:spPr>
          <a:xfrm>
            <a:off x="1161142" y="1687406"/>
            <a:ext cx="10029371" cy="4893647"/>
          </a:xfrm>
          <a:prstGeom prst="rect">
            <a:avLst/>
          </a:prstGeom>
        </p:spPr>
        <p:txBody>
          <a:bodyPr wrap="square">
            <a:spAutoFit/>
          </a:bodyPr>
          <a:lstStyle/>
          <a:p>
            <a:pPr algn="just"/>
            <a:r>
              <a:rPr lang="en-US" sz="2400" dirty="0">
                <a:latin typeface="Times New Roman" panose="02020603050405020304" pitchFamily="18" charset="0"/>
                <a:cs typeface="Times New Roman" panose="02020603050405020304" pitchFamily="18" charset="0"/>
              </a:rPr>
              <a:t>This Proposed methodology consists of four steps such as data preparation, proposed hybrid DL architecture (CNN backbone, multi-stage attention block, feature fusion, and fully connected layer), classifier. The details related to these steps are given in the subsequent sections.</a:t>
            </a:r>
          </a:p>
          <a:p>
            <a:pPr algn="just"/>
            <a:endParaRPr lang="en-US" sz="2400" dirty="0">
              <a:latin typeface="Times New Roman" panose="02020603050405020304" pitchFamily="18" charset="0"/>
              <a:cs typeface="Times New Roman" panose="02020603050405020304" pitchFamily="18" charset="0"/>
            </a:endParaRPr>
          </a:p>
          <a:p>
            <a:pPr marL="457200" lvl="2" indent="-457200">
              <a:buAutoNum type="arabicPeriod"/>
            </a:pPr>
            <a:r>
              <a:rPr lang="en-US" sz="2400" b="1" u="sng" dirty="0">
                <a:latin typeface="Times New Roman" panose="02020603050405020304" pitchFamily="18" charset="0"/>
                <a:cs typeface="Times New Roman" panose="02020603050405020304" pitchFamily="18" charset="0"/>
              </a:rPr>
              <a:t>Data Preparation</a:t>
            </a:r>
          </a:p>
          <a:p>
            <a:r>
              <a:rPr lang="en-US" sz="2400" b="1" dirty="0">
                <a:latin typeface="Times New Roman" panose="02020603050405020304" pitchFamily="18" charset="0"/>
                <a:cs typeface="Times New Roman" panose="02020603050405020304" pitchFamily="18" charset="0"/>
              </a:rPr>
              <a:t>Data Augmentation:</a:t>
            </a:r>
            <a:r>
              <a:rPr lang="en-US" sz="2400" dirty="0">
                <a:latin typeface="Times New Roman" panose="02020603050405020304" pitchFamily="18" charset="0"/>
                <a:cs typeface="Times New Roman" panose="02020603050405020304" pitchFamily="18" charset="0"/>
              </a:rPr>
              <a:t> Flips, rotations for class balancing and dataset diversity.</a:t>
            </a:r>
          </a:p>
          <a:p>
            <a:r>
              <a:rPr lang="en-US" sz="2400" b="1" dirty="0">
                <a:latin typeface="Times New Roman" panose="02020603050405020304" pitchFamily="18" charset="0"/>
                <a:cs typeface="Times New Roman" panose="02020603050405020304" pitchFamily="18" charset="0"/>
              </a:rPr>
              <a:t>Super-Resolution Enhancement: </a:t>
            </a:r>
            <a:r>
              <a:rPr lang="en-US" sz="2400" dirty="0">
                <a:latin typeface="Times New Roman" panose="02020603050405020304" pitchFamily="18" charset="0"/>
                <a:cs typeface="Times New Roman" panose="02020603050405020304" pitchFamily="18" charset="0"/>
              </a:rPr>
              <a:t>As a preprocessing step we will</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apply SRGAN (Super-Resolution Generative Adversarial Network) to enhance low resolution fundus images, improving visibility.</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b="1" dirty="0">
              <a:solidFill>
                <a:schemeClr val="tx1"/>
              </a:solidFill>
              <a:latin typeface="Times New Roman" panose="02020603050405020304" pitchFamily="18" charset="0"/>
              <a:cs typeface="Times New Roman" panose="02020603050405020304" pitchFamily="18" charset="0"/>
            </a:endParaRPr>
          </a:p>
          <a:p>
            <a:pPr algn="just"/>
            <a:endParaRPr lang="en-US" sz="2400" b="1" dirty="0">
              <a:solidFill>
                <a:schemeClr val="tx1"/>
              </a:solidFill>
              <a:latin typeface="Times New Roman" panose="02020603050405020304" pitchFamily="18" charset="0"/>
              <a:cs typeface="Times New Roman" panose="02020603050405020304" pitchFamily="18" charset="0"/>
            </a:endParaRPr>
          </a:p>
        </p:txBody>
      </p:sp>
      <p:sp>
        <p:nvSpPr>
          <p:cNvPr id="185" name="Google Shape;185;p20">
            <a:extLst>
              <a:ext uri="{FF2B5EF4-FFF2-40B4-BE49-F238E27FC236}">
                <a16:creationId xmlns:a16="http://schemas.microsoft.com/office/drawing/2014/main" id="{B4174742-35C1-7515-94EF-05064D019942}"/>
              </a:ext>
            </a:extLst>
          </p:cNvPr>
          <p:cNvSpPr/>
          <p:nvPr/>
        </p:nvSpPr>
        <p:spPr>
          <a:xfrm>
            <a:off x="126609" y="103306"/>
            <a:ext cx="11915336" cy="6608933"/>
          </a:xfrm>
          <a:prstGeom prst="roundRect">
            <a:avLst>
              <a:gd name="adj" fmla="val 16667"/>
            </a:avLst>
          </a:prstGeom>
          <a:noFill/>
          <a:ln w="9525" cap="flat" cmpd="thinThick">
            <a:solidFill>
              <a:srgbClr val="42719B">
                <a:alpha val="78823"/>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5" name="Title 4">
            <a:extLst>
              <a:ext uri="{FF2B5EF4-FFF2-40B4-BE49-F238E27FC236}">
                <a16:creationId xmlns:a16="http://schemas.microsoft.com/office/drawing/2014/main" id="{F4C9632F-7E6F-4904-B612-B5652528870F}"/>
              </a:ext>
            </a:extLst>
          </p:cNvPr>
          <p:cNvSpPr>
            <a:spLocks noGrp="1"/>
          </p:cNvSpPr>
          <p:nvPr>
            <p:ph type="title"/>
          </p:nvPr>
        </p:nvSpPr>
        <p:spPr>
          <a:xfrm>
            <a:off x="935990" y="361842"/>
            <a:ext cx="10515600" cy="1325563"/>
          </a:xfrm>
        </p:spPr>
        <p:txBody>
          <a:bodyPr/>
          <a:lstStyle/>
          <a:p>
            <a:pPr algn="ctr"/>
            <a:r>
              <a:rPr lang="en-US" b="1" u="sng" dirty="0">
                <a:solidFill>
                  <a:srgbClr val="002060"/>
                </a:solidFill>
                <a:latin typeface="Times New Roman" panose="02020603050405020304" pitchFamily="18" charset="0"/>
                <a:cs typeface="Times New Roman" panose="02020603050405020304" pitchFamily="18" charset="0"/>
              </a:rPr>
              <a:t>Proposed Methodology</a:t>
            </a:r>
            <a:endParaRPr lang="en-US" u="sng" dirty="0">
              <a:solidFill>
                <a:srgbClr val="00206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182023C-58EE-7555-4BB7-83C6EFD1E282}"/>
              </a:ext>
            </a:extLst>
          </p:cNvPr>
          <p:cNvPicPr>
            <a:picLocks noChangeAspect="1"/>
          </p:cNvPicPr>
          <p:nvPr/>
        </p:nvPicPr>
        <p:blipFill>
          <a:blip r:embed="rId2"/>
          <a:stretch>
            <a:fillRect/>
          </a:stretch>
        </p:blipFill>
        <p:spPr>
          <a:xfrm>
            <a:off x="10222281" y="-126547"/>
            <a:ext cx="2101011" cy="2067395"/>
          </a:xfrm>
          <a:prstGeom prst="rect">
            <a:avLst/>
          </a:prstGeom>
        </p:spPr>
      </p:pic>
    </p:spTree>
    <p:extLst>
      <p:ext uri="{BB962C8B-B14F-4D97-AF65-F5344CB8AC3E}">
        <p14:creationId xmlns:p14="http://schemas.microsoft.com/office/powerpoint/2010/main" val="15297397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882F8-0BBC-7F0C-DE7B-A1D44BD2FDE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C7D140C-684D-1EF7-5CA7-4FE23D20DE1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dirty="0"/>
          </a:p>
        </p:txBody>
      </p:sp>
      <p:sp>
        <p:nvSpPr>
          <p:cNvPr id="8" name="Rectangle 7">
            <a:extLst>
              <a:ext uri="{FF2B5EF4-FFF2-40B4-BE49-F238E27FC236}">
                <a16:creationId xmlns:a16="http://schemas.microsoft.com/office/drawing/2014/main" id="{4A0120A5-3ACE-9EDD-8F8A-06048FF84DB0}"/>
              </a:ext>
            </a:extLst>
          </p:cNvPr>
          <p:cNvSpPr/>
          <p:nvPr/>
        </p:nvSpPr>
        <p:spPr>
          <a:xfrm>
            <a:off x="1161142" y="1687406"/>
            <a:ext cx="10029371" cy="6370975"/>
          </a:xfrm>
          <a:prstGeom prst="rect">
            <a:avLst/>
          </a:prstGeom>
        </p:spPr>
        <p:txBody>
          <a:bodyPr wrap="square">
            <a:spAutoFit/>
          </a:bodyPr>
          <a:lstStyle/>
          <a:p>
            <a:pPr lvl="2"/>
            <a:endParaRPr lang="en-US" sz="2400" b="1" u="sng" dirty="0">
              <a:latin typeface="Times New Roman" panose="02020603050405020304" pitchFamily="18" charset="0"/>
              <a:cs typeface="Times New Roman" panose="02020603050405020304" pitchFamily="18" charset="0"/>
            </a:endParaRPr>
          </a:p>
          <a:p>
            <a:pPr lvl="2"/>
            <a:r>
              <a:rPr lang="en-US" sz="2400" b="1" u="sng" dirty="0">
                <a:latin typeface="Times New Roman" panose="02020603050405020304" pitchFamily="18" charset="0"/>
                <a:cs typeface="Times New Roman" panose="02020603050405020304" pitchFamily="18" charset="0"/>
              </a:rPr>
              <a:t>2. Tentative Proposed Hybrid DL Architecture</a:t>
            </a:r>
          </a:p>
          <a:p>
            <a:pPr lvl="2"/>
            <a:endParaRPr lang="en-US" sz="2400" b="1" u="sng" dirty="0">
              <a:latin typeface="Times New Roman" panose="02020603050405020304" pitchFamily="18" charset="0"/>
              <a:cs typeface="Times New Roman" panose="02020603050405020304" pitchFamily="18" charset="0"/>
            </a:endParaRPr>
          </a:p>
          <a:p>
            <a:pPr marL="457200" indent="-457200">
              <a:buFont typeface="+mj-lt"/>
              <a:buAutoNum type="alphaLcParenR"/>
            </a:pPr>
            <a:r>
              <a:rPr lang="en-US" sz="2400" b="1" dirty="0">
                <a:latin typeface="Times New Roman" panose="02020603050405020304" pitchFamily="18" charset="0"/>
                <a:cs typeface="Times New Roman" panose="02020603050405020304" pitchFamily="18" charset="0"/>
              </a:rPr>
              <a:t>CNN backbone: </a:t>
            </a:r>
            <a:r>
              <a:rPr lang="en-US" sz="2400" dirty="0">
                <a:latin typeface="Times New Roman" panose="02020603050405020304" pitchFamily="18" charset="0"/>
                <a:cs typeface="Times New Roman" panose="02020603050405020304" pitchFamily="18" charset="0"/>
              </a:rPr>
              <a:t>This step will be used for feature extraction. In this regard, we will apply</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VGG54 to extract features from fundus images.</a:t>
            </a:r>
          </a:p>
          <a:p>
            <a:pPr marL="457200" indent="-457200">
              <a:buFont typeface="+mj-lt"/>
              <a:buAutoNum type="alphaLcParenR"/>
            </a:pP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lphaLcParenR"/>
            </a:pPr>
            <a:r>
              <a:rPr lang="en-US" sz="2400" b="1" dirty="0">
                <a:latin typeface="Times New Roman" panose="02020603050405020304" pitchFamily="18" charset="0"/>
                <a:cs typeface="Times New Roman" panose="02020603050405020304" pitchFamily="18" charset="0"/>
              </a:rPr>
              <a:t>Multi-stage Attention Block:</a:t>
            </a:r>
            <a:r>
              <a:rPr lang="en-US" sz="2400" dirty="0">
                <a:latin typeface="Times New Roman" panose="02020603050405020304" pitchFamily="18" charset="0"/>
                <a:cs typeface="Times New Roman" panose="02020603050405020304" pitchFamily="18" charset="0"/>
              </a:rPr>
              <a:t> This block refines the extracted features by focusing on important regions. It helps the model better distinguish different DR stages. Multistage attention module with four attention blocks is proposed to improve efficiency.  </a:t>
            </a:r>
          </a:p>
          <a:p>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lvl="2"/>
            <a:endParaRPr lang="en-US" sz="2400" b="1" dirty="0">
              <a:solidFill>
                <a:schemeClr val="tx1"/>
              </a:solidFill>
              <a:latin typeface="Times New Roman" panose="02020603050405020304" pitchFamily="18" charset="0"/>
              <a:cs typeface="Times New Roman" panose="02020603050405020304" pitchFamily="18" charset="0"/>
            </a:endParaRPr>
          </a:p>
          <a:p>
            <a:pPr algn="just"/>
            <a:endParaRPr lang="en-US" sz="2400" b="1" dirty="0">
              <a:solidFill>
                <a:schemeClr val="tx1"/>
              </a:solidFill>
              <a:latin typeface="Times New Roman" panose="02020603050405020304" pitchFamily="18" charset="0"/>
              <a:cs typeface="Times New Roman" panose="02020603050405020304" pitchFamily="18" charset="0"/>
            </a:endParaRPr>
          </a:p>
          <a:p>
            <a:pPr marL="514350" indent="-514350">
              <a:buFont typeface="+mj-lt"/>
              <a:buAutoNum type="romanLcPeriod"/>
            </a:pPr>
            <a:endParaRPr lang="en-US" sz="2400" dirty="0">
              <a:latin typeface="Times New Roman" panose="02020603050405020304" pitchFamily="18" charset="0"/>
              <a:cs typeface="Times New Roman" panose="02020603050405020304" pitchFamily="18" charset="0"/>
            </a:endParaRPr>
          </a:p>
          <a:p>
            <a:pPr algn="just"/>
            <a:endParaRPr lang="en-US" sz="2400" b="1" dirty="0">
              <a:solidFill>
                <a:schemeClr val="tx1"/>
              </a:solidFill>
              <a:latin typeface="Times New Roman" panose="02020603050405020304" pitchFamily="18" charset="0"/>
              <a:cs typeface="Times New Roman" panose="02020603050405020304" pitchFamily="18" charset="0"/>
            </a:endParaRPr>
          </a:p>
          <a:p>
            <a:pPr algn="just"/>
            <a:endParaRPr lang="en-US" sz="2400" b="1" dirty="0">
              <a:solidFill>
                <a:schemeClr val="tx1"/>
              </a:solidFill>
              <a:latin typeface="Times New Roman" panose="02020603050405020304" pitchFamily="18" charset="0"/>
              <a:cs typeface="Times New Roman" panose="02020603050405020304" pitchFamily="18" charset="0"/>
            </a:endParaRPr>
          </a:p>
        </p:txBody>
      </p:sp>
      <p:sp>
        <p:nvSpPr>
          <p:cNvPr id="185" name="Google Shape;185;p20">
            <a:extLst>
              <a:ext uri="{FF2B5EF4-FFF2-40B4-BE49-F238E27FC236}">
                <a16:creationId xmlns:a16="http://schemas.microsoft.com/office/drawing/2014/main" id="{1F1C12FD-5AAA-F549-94EE-403CE5FA1FB9}"/>
              </a:ext>
            </a:extLst>
          </p:cNvPr>
          <p:cNvSpPr/>
          <p:nvPr/>
        </p:nvSpPr>
        <p:spPr>
          <a:xfrm>
            <a:off x="126609" y="103306"/>
            <a:ext cx="11915336" cy="6608933"/>
          </a:xfrm>
          <a:prstGeom prst="roundRect">
            <a:avLst>
              <a:gd name="adj" fmla="val 16667"/>
            </a:avLst>
          </a:prstGeom>
          <a:noFill/>
          <a:ln w="9525" cap="flat" cmpd="thinThick">
            <a:solidFill>
              <a:srgbClr val="42719B">
                <a:alpha val="78823"/>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5" name="Title 4">
            <a:extLst>
              <a:ext uri="{FF2B5EF4-FFF2-40B4-BE49-F238E27FC236}">
                <a16:creationId xmlns:a16="http://schemas.microsoft.com/office/drawing/2014/main" id="{DB23C3F5-033D-9A8D-2F2D-53D607BD5BF4}"/>
              </a:ext>
            </a:extLst>
          </p:cNvPr>
          <p:cNvSpPr>
            <a:spLocks noGrp="1"/>
          </p:cNvSpPr>
          <p:nvPr>
            <p:ph type="title"/>
          </p:nvPr>
        </p:nvSpPr>
        <p:spPr>
          <a:xfrm>
            <a:off x="935990" y="361842"/>
            <a:ext cx="10515600" cy="1325563"/>
          </a:xfrm>
        </p:spPr>
        <p:txBody>
          <a:bodyPr/>
          <a:lstStyle/>
          <a:p>
            <a:pPr algn="ctr"/>
            <a:r>
              <a:rPr lang="en-US" b="1" u="sng" dirty="0">
                <a:solidFill>
                  <a:srgbClr val="002060"/>
                </a:solidFill>
                <a:latin typeface="Times New Roman" panose="02020603050405020304" pitchFamily="18" charset="0"/>
                <a:cs typeface="Times New Roman" panose="02020603050405020304" pitchFamily="18" charset="0"/>
              </a:rPr>
              <a:t>Proposed Methodology</a:t>
            </a:r>
            <a:endParaRPr lang="en-US" u="sng" dirty="0">
              <a:solidFill>
                <a:srgbClr val="00206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673EB9E-2C68-B563-7B2B-91F0E752DE04}"/>
              </a:ext>
            </a:extLst>
          </p:cNvPr>
          <p:cNvPicPr>
            <a:picLocks noChangeAspect="1"/>
          </p:cNvPicPr>
          <p:nvPr/>
        </p:nvPicPr>
        <p:blipFill>
          <a:blip r:embed="rId2"/>
          <a:stretch>
            <a:fillRect/>
          </a:stretch>
        </p:blipFill>
        <p:spPr>
          <a:xfrm>
            <a:off x="10222281" y="-126547"/>
            <a:ext cx="2101011" cy="2067395"/>
          </a:xfrm>
          <a:prstGeom prst="rect">
            <a:avLst/>
          </a:prstGeom>
        </p:spPr>
      </p:pic>
    </p:spTree>
    <p:extLst>
      <p:ext uri="{BB962C8B-B14F-4D97-AF65-F5344CB8AC3E}">
        <p14:creationId xmlns:p14="http://schemas.microsoft.com/office/powerpoint/2010/main" val="42567126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5AB3C-9E9D-6DFE-968A-E00B3B40713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282EBC8-0AC2-DE5D-9EB5-AB57A3FAE90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dirty="0"/>
          </a:p>
        </p:txBody>
      </p:sp>
      <p:sp>
        <p:nvSpPr>
          <p:cNvPr id="8" name="Rectangle 7">
            <a:extLst>
              <a:ext uri="{FF2B5EF4-FFF2-40B4-BE49-F238E27FC236}">
                <a16:creationId xmlns:a16="http://schemas.microsoft.com/office/drawing/2014/main" id="{C83A1C9A-D282-AAD1-E82B-A33493B0E235}"/>
              </a:ext>
            </a:extLst>
          </p:cNvPr>
          <p:cNvSpPr/>
          <p:nvPr/>
        </p:nvSpPr>
        <p:spPr>
          <a:xfrm>
            <a:off x="1161142" y="1687406"/>
            <a:ext cx="10029371" cy="4893647"/>
          </a:xfrm>
          <a:prstGeom prst="rect">
            <a:avLst/>
          </a:prstGeom>
        </p:spPr>
        <p:txBody>
          <a:bodyPr wrap="square">
            <a:spAutoFit/>
          </a:bodyPr>
          <a:lstStyle/>
          <a:p>
            <a:pPr marL="514350" indent="-514350">
              <a:buFont typeface="+mj-lt"/>
              <a:buAutoNum type="romanLcPeriod"/>
            </a:pPr>
            <a:r>
              <a:rPr lang="en-US" sz="2400" b="1" dirty="0">
                <a:latin typeface="Times New Roman" panose="02020603050405020304" pitchFamily="18" charset="0"/>
                <a:cs typeface="Times New Roman" panose="02020603050405020304" pitchFamily="18" charset="0"/>
              </a:rPr>
              <a:t>Cross-Patch Attention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It will model relationships between different patches of the fundus image. Helps detect patterns spread across regions.</a:t>
            </a:r>
          </a:p>
          <a:p>
            <a:pPr marL="514350" indent="-514350">
              <a:buFont typeface="+mj-lt"/>
              <a:buAutoNum type="romanLcPeriod"/>
            </a:pPr>
            <a:r>
              <a:rPr lang="en-US" sz="2400" b="1" dirty="0">
                <a:latin typeface="Times New Roman" panose="02020603050405020304" pitchFamily="18" charset="0"/>
                <a:cs typeface="Times New Roman" panose="02020603050405020304" pitchFamily="18" charset="0"/>
              </a:rPr>
              <a:t>Global Context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Captures overall retinal structure and long-range dependencies. Useful for DR stage understanding.</a:t>
            </a:r>
          </a:p>
          <a:p>
            <a:pPr marL="514350" indent="-514350">
              <a:buFont typeface="+mj-lt"/>
              <a:buAutoNum type="romanLcPeriod"/>
            </a:pPr>
            <a:r>
              <a:rPr lang="en-US" sz="2400" b="1" dirty="0">
                <a:latin typeface="Times New Roman" panose="02020603050405020304" pitchFamily="18" charset="0"/>
                <a:cs typeface="Times New Roman" panose="02020603050405020304" pitchFamily="18" charset="0"/>
              </a:rPr>
              <a:t>Region Attention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Focuses on important retinal regions (lesions like microaneurysms, exudates). Suppresses background.</a:t>
            </a:r>
          </a:p>
          <a:p>
            <a:pPr marL="514350" indent="-514350">
              <a:buFont typeface="+mj-lt"/>
              <a:buAutoNum type="romanLcPeriod"/>
            </a:pPr>
            <a:r>
              <a:rPr lang="en-US" sz="2400" b="1" dirty="0">
                <a:latin typeface="Times New Roman" panose="02020603050405020304" pitchFamily="18" charset="0"/>
                <a:cs typeface="Times New Roman" panose="02020603050405020304" pitchFamily="18" charset="0"/>
              </a:rPr>
              <a:t>Feature Attention Block</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Reweights important feature channels (e.g., texture, color, vessels). Enhances discriminative features.</a:t>
            </a:r>
          </a:p>
          <a:p>
            <a:pPr algn="just"/>
            <a:endParaRPr lang="en-US" sz="2400" b="1" dirty="0">
              <a:solidFill>
                <a:schemeClr val="tx1"/>
              </a:solidFill>
              <a:latin typeface="Times New Roman" panose="02020603050405020304" pitchFamily="18" charset="0"/>
              <a:cs typeface="Times New Roman" panose="02020603050405020304" pitchFamily="18" charset="0"/>
            </a:endParaRPr>
          </a:p>
        </p:txBody>
      </p:sp>
      <p:sp>
        <p:nvSpPr>
          <p:cNvPr id="185" name="Google Shape;185;p20">
            <a:extLst>
              <a:ext uri="{FF2B5EF4-FFF2-40B4-BE49-F238E27FC236}">
                <a16:creationId xmlns:a16="http://schemas.microsoft.com/office/drawing/2014/main" id="{DE884FDE-737D-8995-00C6-03D8B985217A}"/>
              </a:ext>
            </a:extLst>
          </p:cNvPr>
          <p:cNvSpPr/>
          <p:nvPr/>
        </p:nvSpPr>
        <p:spPr>
          <a:xfrm>
            <a:off x="126609" y="103306"/>
            <a:ext cx="11915336" cy="6608933"/>
          </a:xfrm>
          <a:prstGeom prst="roundRect">
            <a:avLst>
              <a:gd name="adj" fmla="val 16667"/>
            </a:avLst>
          </a:prstGeom>
          <a:noFill/>
          <a:ln w="9525" cap="flat" cmpd="thinThick">
            <a:solidFill>
              <a:srgbClr val="42719B">
                <a:alpha val="78823"/>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5" name="Title 4">
            <a:extLst>
              <a:ext uri="{FF2B5EF4-FFF2-40B4-BE49-F238E27FC236}">
                <a16:creationId xmlns:a16="http://schemas.microsoft.com/office/drawing/2014/main" id="{0F51CF55-387B-CF3E-55C3-D9A65E3395D8}"/>
              </a:ext>
            </a:extLst>
          </p:cNvPr>
          <p:cNvSpPr>
            <a:spLocks noGrp="1"/>
          </p:cNvSpPr>
          <p:nvPr>
            <p:ph type="title"/>
          </p:nvPr>
        </p:nvSpPr>
        <p:spPr>
          <a:xfrm>
            <a:off x="935990" y="361842"/>
            <a:ext cx="10515600" cy="1325563"/>
          </a:xfrm>
        </p:spPr>
        <p:txBody>
          <a:bodyPr/>
          <a:lstStyle/>
          <a:p>
            <a:pPr algn="ctr"/>
            <a:r>
              <a:rPr lang="en-US" b="1" u="sng" dirty="0">
                <a:solidFill>
                  <a:srgbClr val="002060"/>
                </a:solidFill>
                <a:latin typeface="Times New Roman" panose="02020603050405020304" pitchFamily="18" charset="0"/>
                <a:cs typeface="Times New Roman" panose="02020603050405020304" pitchFamily="18" charset="0"/>
              </a:rPr>
              <a:t>Proposed Methodology</a:t>
            </a:r>
            <a:endParaRPr lang="en-US" u="sng" dirty="0">
              <a:solidFill>
                <a:srgbClr val="00206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9189209-B8E6-D848-DE6B-3725165BF3CC}"/>
              </a:ext>
            </a:extLst>
          </p:cNvPr>
          <p:cNvPicPr>
            <a:picLocks noChangeAspect="1"/>
          </p:cNvPicPr>
          <p:nvPr/>
        </p:nvPicPr>
        <p:blipFill>
          <a:blip r:embed="rId2"/>
          <a:stretch>
            <a:fillRect/>
          </a:stretch>
        </p:blipFill>
        <p:spPr>
          <a:xfrm>
            <a:off x="10222281" y="-126547"/>
            <a:ext cx="2101011" cy="2067395"/>
          </a:xfrm>
          <a:prstGeom prst="rect">
            <a:avLst/>
          </a:prstGeom>
        </p:spPr>
      </p:pic>
    </p:spTree>
    <p:extLst>
      <p:ext uri="{BB962C8B-B14F-4D97-AF65-F5344CB8AC3E}">
        <p14:creationId xmlns:p14="http://schemas.microsoft.com/office/powerpoint/2010/main" val="2551002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3BFB5-292E-BD74-18EA-A0FAACE9F9A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1CD7863-D78C-480E-3F37-EC3AC4DA4C0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dirty="0"/>
          </a:p>
        </p:txBody>
      </p:sp>
      <p:sp>
        <p:nvSpPr>
          <p:cNvPr id="8" name="Rectangle 7">
            <a:extLst>
              <a:ext uri="{FF2B5EF4-FFF2-40B4-BE49-F238E27FC236}">
                <a16:creationId xmlns:a16="http://schemas.microsoft.com/office/drawing/2014/main" id="{3AB6137D-DD66-6FCB-7BFD-B3E8DD5E4ECD}"/>
              </a:ext>
            </a:extLst>
          </p:cNvPr>
          <p:cNvSpPr/>
          <p:nvPr/>
        </p:nvSpPr>
        <p:spPr>
          <a:xfrm>
            <a:off x="1161142" y="1687406"/>
            <a:ext cx="10029371" cy="4524315"/>
          </a:xfrm>
          <a:prstGeom prst="rect">
            <a:avLst/>
          </a:prstGeom>
        </p:spPr>
        <p:txBody>
          <a:bodyPr wrap="square">
            <a:spAutoFit/>
          </a:bodyPr>
          <a:lstStyle/>
          <a:p>
            <a:pPr marL="457200" indent="-457200">
              <a:buAutoNum type="alphaLcParenR" startAt="3"/>
            </a:pPr>
            <a:r>
              <a:rPr lang="en-US" sz="2400" b="1" dirty="0">
                <a:latin typeface="Times New Roman" panose="02020603050405020304" pitchFamily="18" charset="0"/>
                <a:cs typeface="Times New Roman" panose="02020603050405020304" pitchFamily="18" charset="0"/>
              </a:rPr>
              <a:t>Feature Fusion:</a:t>
            </a:r>
            <a:r>
              <a:rPr lang="en-US" sz="2400" dirty="0">
                <a:latin typeface="Times New Roman" panose="02020603050405020304" pitchFamily="18" charset="0"/>
                <a:cs typeface="Times New Roman" panose="02020603050405020304" pitchFamily="18" charset="0"/>
              </a:rPr>
              <a:t> Combination of outputs from multiple layers of CNN</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d)  Fully connected layers:</a:t>
            </a:r>
            <a:r>
              <a:rPr lang="en-US" sz="2400" dirty="0">
                <a:latin typeface="Times New Roman" panose="02020603050405020304" pitchFamily="18" charset="0"/>
                <a:cs typeface="Times New Roman" panose="02020603050405020304" pitchFamily="18" charset="0"/>
              </a:rPr>
              <a:t> The refined features are converted into a compact representation. This layer prepares the features for final classification. </a:t>
            </a:r>
          </a:p>
          <a:p>
            <a:r>
              <a:rPr lang="en-US" sz="2400" dirty="0">
                <a:latin typeface="Times New Roman" panose="02020603050405020304" pitchFamily="18" charset="0"/>
                <a:cs typeface="Times New Roman" panose="02020603050405020304" pitchFamily="18" charset="0"/>
              </a:rPr>
              <a:t>     </a:t>
            </a:r>
          </a:p>
          <a:p>
            <a:pPr lvl="2"/>
            <a:r>
              <a:rPr lang="en-US" sz="2400" b="1" u="sng" dirty="0">
                <a:latin typeface="Times New Roman" panose="02020603050405020304" pitchFamily="18" charset="0"/>
                <a:cs typeface="Times New Roman" panose="02020603050405020304" pitchFamily="18" charset="0"/>
              </a:rPr>
              <a:t>3.Classifier:</a:t>
            </a:r>
          </a:p>
          <a:p>
            <a:r>
              <a:rPr lang="en-US" sz="2400" dirty="0">
                <a:latin typeface="Times New Roman" panose="02020603050405020304" pitchFamily="18" charset="0"/>
                <a:cs typeface="Times New Roman" panose="02020603050405020304" pitchFamily="18" charset="0"/>
              </a:rPr>
              <a:t>The classifier predicts the diabetic retinopathy stage. The output includes</a:t>
            </a:r>
          </a:p>
          <a:p>
            <a:r>
              <a:rPr lang="en-US" sz="2400" dirty="0">
                <a:latin typeface="Times New Roman" panose="02020603050405020304" pitchFamily="18" charset="0"/>
                <a:cs typeface="Times New Roman" panose="02020603050405020304" pitchFamily="18" charset="0"/>
              </a:rPr>
              <a:t>No DR, Mild, Moderate, Severe, and Proliferative DR.</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lvl="2"/>
            <a:endParaRPr lang="en-US" sz="2400" b="1" dirty="0">
              <a:solidFill>
                <a:schemeClr val="tx1"/>
              </a:solidFill>
              <a:latin typeface="Times New Roman" panose="02020603050405020304" pitchFamily="18" charset="0"/>
              <a:cs typeface="Times New Roman" panose="02020603050405020304" pitchFamily="18" charset="0"/>
            </a:endParaRPr>
          </a:p>
          <a:p>
            <a:pPr algn="just"/>
            <a:endParaRPr lang="en-US" sz="2400" b="1" dirty="0">
              <a:solidFill>
                <a:schemeClr val="tx1"/>
              </a:solidFill>
              <a:latin typeface="Times New Roman" panose="02020603050405020304" pitchFamily="18" charset="0"/>
              <a:cs typeface="Times New Roman" panose="02020603050405020304" pitchFamily="18" charset="0"/>
            </a:endParaRPr>
          </a:p>
        </p:txBody>
      </p:sp>
      <p:sp>
        <p:nvSpPr>
          <p:cNvPr id="185" name="Google Shape;185;p20">
            <a:extLst>
              <a:ext uri="{FF2B5EF4-FFF2-40B4-BE49-F238E27FC236}">
                <a16:creationId xmlns:a16="http://schemas.microsoft.com/office/drawing/2014/main" id="{FD0BF802-13FB-DC67-6186-A1E431B58794}"/>
              </a:ext>
            </a:extLst>
          </p:cNvPr>
          <p:cNvSpPr/>
          <p:nvPr/>
        </p:nvSpPr>
        <p:spPr>
          <a:xfrm>
            <a:off x="126609" y="103306"/>
            <a:ext cx="11915336" cy="6608933"/>
          </a:xfrm>
          <a:prstGeom prst="roundRect">
            <a:avLst>
              <a:gd name="adj" fmla="val 16667"/>
            </a:avLst>
          </a:prstGeom>
          <a:noFill/>
          <a:ln w="9525" cap="flat" cmpd="thinThick">
            <a:solidFill>
              <a:srgbClr val="42719B">
                <a:alpha val="78823"/>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5" name="Title 4">
            <a:extLst>
              <a:ext uri="{FF2B5EF4-FFF2-40B4-BE49-F238E27FC236}">
                <a16:creationId xmlns:a16="http://schemas.microsoft.com/office/drawing/2014/main" id="{1C72B14C-7F53-EF9E-780B-FDDE8E1D5E00}"/>
              </a:ext>
            </a:extLst>
          </p:cNvPr>
          <p:cNvSpPr>
            <a:spLocks noGrp="1"/>
          </p:cNvSpPr>
          <p:nvPr>
            <p:ph type="title"/>
          </p:nvPr>
        </p:nvSpPr>
        <p:spPr>
          <a:xfrm>
            <a:off x="935990" y="361842"/>
            <a:ext cx="10515600" cy="1325563"/>
          </a:xfrm>
        </p:spPr>
        <p:txBody>
          <a:bodyPr/>
          <a:lstStyle/>
          <a:p>
            <a:pPr algn="ctr"/>
            <a:r>
              <a:rPr lang="en-US" b="1" u="sng" dirty="0">
                <a:solidFill>
                  <a:srgbClr val="002060"/>
                </a:solidFill>
                <a:latin typeface="Times New Roman" panose="02020603050405020304" pitchFamily="18" charset="0"/>
                <a:cs typeface="Times New Roman" panose="02020603050405020304" pitchFamily="18" charset="0"/>
              </a:rPr>
              <a:t>Proposed Methodology</a:t>
            </a:r>
            <a:endParaRPr lang="en-US" u="sng" dirty="0">
              <a:solidFill>
                <a:srgbClr val="00206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322F007-BCDE-B451-7FE8-76DBBE59FD45}"/>
              </a:ext>
            </a:extLst>
          </p:cNvPr>
          <p:cNvPicPr>
            <a:picLocks noChangeAspect="1"/>
          </p:cNvPicPr>
          <p:nvPr/>
        </p:nvPicPr>
        <p:blipFill>
          <a:blip r:embed="rId2"/>
          <a:stretch>
            <a:fillRect/>
          </a:stretch>
        </p:blipFill>
        <p:spPr>
          <a:xfrm>
            <a:off x="10222281" y="-126547"/>
            <a:ext cx="2101011" cy="2067395"/>
          </a:xfrm>
          <a:prstGeom prst="rect">
            <a:avLst/>
          </a:prstGeom>
        </p:spPr>
      </p:pic>
    </p:spTree>
    <p:extLst>
      <p:ext uri="{BB962C8B-B14F-4D97-AF65-F5344CB8AC3E}">
        <p14:creationId xmlns:p14="http://schemas.microsoft.com/office/powerpoint/2010/main" val="12306533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a:solidFill>
                  <a:srgbClr val="002060"/>
                </a:solidFill>
                <a:latin typeface="Times New Roman" panose="02020603050405020304" pitchFamily="18" charset="0"/>
                <a:cs typeface="Times New Roman" panose="02020603050405020304" pitchFamily="18" charset="0"/>
              </a:rPr>
              <a:t>Results and Discussions</a:t>
            </a:r>
          </a:p>
        </p:txBody>
      </p:sp>
      <p:sp>
        <p:nvSpPr>
          <p:cNvPr id="3" name="Text Placeholder 2"/>
          <p:cNvSpPr>
            <a:spLocks noGrp="1"/>
          </p:cNvSpPr>
          <p:nvPr>
            <p:ph type="body" idx="1"/>
          </p:nvPr>
        </p:nvSpPr>
        <p:spPr/>
        <p:txBody>
          <a:bodyPr>
            <a:noAutofit/>
          </a:bodyPr>
          <a:lstStyle/>
          <a:p>
            <a:pPr marL="114300" indent="0">
              <a:buNone/>
            </a:pPr>
            <a:r>
              <a:rPr lang="en-US" sz="2400" dirty="0">
                <a:latin typeface="Times New Roman" panose="02020603050405020304" pitchFamily="18" charset="0"/>
                <a:cs typeface="Times New Roman" panose="02020603050405020304" pitchFamily="18" charset="0"/>
              </a:rPr>
              <a:t>This section will present the experimental setup and results obtained after implementing proposed methodology for DR classification. The evaluation of each task is described separately in subsequent sections.</a:t>
            </a:r>
          </a:p>
          <a:p>
            <a:pPr marL="114300" indent="0">
              <a:buNone/>
            </a:pPr>
            <a:r>
              <a:rPr lang="en-US" altLang="en-US" sz="2400" b="1" dirty="0" bmk="_Toc218453552">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Tentative Datasets:</a:t>
            </a:r>
          </a:p>
          <a:p>
            <a:pPr marL="114300" indent="0" algn="ctr">
              <a:buNone/>
            </a:pPr>
            <a:r>
              <a:rPr lang="en-US" sz="1800" dirty="0"/>
              <a:t>Table 4: Statistics of Applied Dataset</a:t>
            </a:r>
            <a:endParaRPr lang="en-US" altLang="en-US" sz="2400" b="1" dirty="0">
              <a:solidFill>
                <a:srgbClr val="4A66AC"/>
              </a:solidFill>
              <a:latin typeface="Times New Roman" panose="02020603050405020304" pitchFamily="18" charset="0"/>
              <a:ea typeface="Times New Roman" panose="02020603050405020304" pitchFamily="18" charset="0"/>
              <a:cs typeface="Times New Roman" panose="02020603050405020304" pitchFamily="18" charset="0"/>
            </a:endParaRPr>
          </a:p>
          <a:p>
            <a:pPr marL="114300" indent="0">
              <a:buNone/>
            </a:pPr>
            <a:endParaRPr lang="en-US" altLang="en-US" sz="24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
        <p:nvSpPr>
          <p:cNvPr id="185" name="Google Shape;185;p20"/>
          <p:cNvSpPr/>
          <p:nvPr/>
        </p:nvSpPr>
        <p:spPr>
          <a:xfrm>
            <a:off x="126609" y="103306"/>
            <a:ext cx="11915336" cy="6608933"/>
          </a:xfrm>
          <a:prstGeom prst="roundRect">
            <a:avLst>
              <a:gd name="adj" fmla="val 16667"/>
            </a:avLst>
          </a:prstGeom>
          <a:noFill/>
          <a:ln w="9525" cap="flat" cmpd="thinThick">
            <a:solidFill>
              <a:srgbClr val="42719B">
                <a:alpha val="78823"/>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graphicFrame>
        <p:nvGraphicFramePr>
          <p:cNvPr id="9" name="Table 8">
            <a:extLst>
              <a:ext uri="{FF2B5EF4-FFF2-40B4-BE49-F238E27FC236}">
                <a16:creationId xmlns:a16="http://schemas.microsoft.com/office/drawing/2014/main" id="{5C295A4F-1B59-1F39-F581-1E262F4530E8}"/>
              </a:ext>
            </a:extLst>
          </p:cNvPr>
          <p:cNvGraphicFramePr>
            <a:graphicFrameLocks noGrp="1"/>
          </p:cNvGraphicFramePr>
          <p:nvPr>
            <p:extLst>
              <p:ext uri="{D42A27DB-BD31-4B8C-83A1-F6EECF244321}">
                <p14:modId xmlns:p14="http://schemas.microsoft.com/office/powerpoint/2010/main" val="2331042605"/>
              </p:ext>
            </p:extLst>
          </p:nvPr>
        </p:nvGraphicFramePr>
        <p:xfrm>
          <a:off x="978874" y="4001294"/>
          <a:ext cx="10515600" cy="2244512"/>
        </p:xfrm>
        <a:graphic>
          <a:graphicData uri="http://schemas.openxmlformats.org/drawingml/2006/table">
            <a:tbl>
              <a:tblPr firstRow="1" bandRow="1">
                <a:tableStyleId>{616DA210-FB5B-4158-B5E0-FEB733F419BA}</a:tableStyleId>
              </a:tblPr>
              <a:tblGrid>
                <a:gridCol w="1735562">
                  <a:extLst>
                    <a:ext uri="{9D8B030D-6E8A-4147-A177-3AD203B41FA5}">
                      <a16:colId xmlns:a16="http://schemas.microsoft.com/office/drawing/2014/main" val="4183618603"/>
                    </a:ext>
                  </a:extLst>
                </a:gridCol>
                <a:gridCol w="2738467">
                  <a:extLst>
                    <a:ext uri="{9D8B030D-6E8A-4147-A177-3AD203B41FA5}">
                      <a16:colId xmlns:a16="http://schemas.microsoft.com/office/drawing/2014/main" val="789907704"/>
                    </a:ext>
                  </a:extLst>
                </a:gridCol>
                <a:gridCol w="2061028">
                  <a:extLst>
                    <a:ext uri="{9D8B030D-6E8A-4147-A177-3AD203B41FA5}">
                      <a16:colId xmlns:a16="http://schemas.microsoft.com/office/drawing/2014/main" val="4271086812"/>
                    </a:ext>
                  </a:extLst>
                </a:gridCol>
                <a:gridCol w="3980543">
                  <a:extLst>
                    <a:ext uri="{9D8B030D-6E8A-4147-A177-3AD203B41FA5}">
                      <a16:colId xmlns:a16="http://schemas.microsoft.com/office/drawing/2014/main" val="4023521975"/>
                    </a:ext>
                  </a:extLst>
                </a:gridCol>
              </a:tblGrid>
              <a:tr h="322918">
                <a:tc>
                  <a:txBody>
                    <a:bodyPr/>
                    <a:lstStyle/>
                    <a:p>
                      <a:pPr marL="0" marR="0" algn="just">
                        <a:lnSpc>
                          <a:spcPct val="150000"/>
                        </a:lnSpc>
                        <a:spcAft>
                          <a:spcPts val="800"/>
                        </a:spcAft>
                        <a:buNone/>
                      </a:pPr>
                      <a:r>
                        <a:rPr lang="en-US" sz="1600" b="1" dirty="0">
                          <a:effectLst/>
                          <a:latin typeface="Times New Roman" panose="02020603050405020304" pitchFamily="18" charset="0"/>
                          <a:ea typeface="Calibri" panose="020F0502020204030204" pitchFamily="34" charset="0"/>
                          <a:cs typeface="Arial" panose="020B0604020202020204" pitchFamily="34" charset="0"/>
                        </a:rPr>
                        <a:t>Datasets</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50000"/>
                        </a:lnSpc>
                        <a:spcAft>
                          <a:spcPts val="800"/>
                        </a:spcAft>
                        <a:buNone/>
                      </a:pPr>
                      <a:r>
                        <a:rPr lang="en-US" sz="1600" b="1" dirty="0">
                          <a:effectLst/>
                          <a:latin typeface="Times New Roman" panose="02020603050405020304" pitchFamily="18" charset="0"/>
                          <a:ea typeface="Calibri" panose="020F0502020204030204" pitchFamily="34" charset="0"/>
                          <a:cs typeface="Arial" panose="020B0604020202020204" pitchFamily="34" charset="0"/>
                        </a:rPr>
                        <a:t>Image type </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50000"/>
                        </a:lnSpc>
                        <a:spcAft>
                          <a:spcPts val="800"/>
                        </a:spcAft>
                        <a:buNone/>
                      </a:pPr>
                      <a:r>
                        <a:rPr lang="en-US" sz="1600" b="1">
                          <a:effectLst/>
                          <a:latin typeface="Times New Roman" panose="02020603050405020304" pitchFamily="18" charset="0"/>
                          <a:ea typeface="Calibri" panose="020F0502020204030204" pitchFamily="34" charset="0"/>
                          <a:cs typeface="Arial" panose="020B0604020202020204" pitchFamily="34" charset="0"/>
                        </a:rPr>
                        <a:t>No of images</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50000"/>
                        </a:lnSpc>
                        <a:spcAft>
                          <a:spcPts val="800"/>
                        </a:spcAft>
                        <a:buNone/>
                      </a:pPr>
                      <a:r>
                        <a:rPr lang="en-US" sz="1600" b="1">
                          <a:effectLst/>
                          <a:latin typeface="Times New Roman" panose="02020603050405020304" pitchFamily="18" charset="0"/>
                          <a:ea typeface="Calibri" panose="020F0502020204030204" pitchFamily="34" charset="0"/>
                          <a:cs typeface="Arial" panose="020B0604020202020204" pitchFamily="34" charset="0"/>
                        </a:rPr>
                        <a:t>Challenges</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693462711"/>
                  </a:ext>
                </a:extLst>
              </a:tr>
              <a:tr h="871775">
                <a:tc>
                  <a:txBody>
                    <a:bodyPr/>
                    <a:lstStyle/>
                    <a:p>
                      <a:pPr marL="0" marR="0" algn="just">
                        <a:lnSpc>
                          <a:spcPct val="150000"/>
                        </a:lnSpc>
                        <a:spcAft>
                          <a:spcPts val="800"/>
                        </a:spcAft>
                        <a:buNone/>
                      </a:pPr>
                      <a:r>
                        <a:rPr lang="en-US" sz="1600">
                          <a:effectLst/>
                          <a:latin typeface="Times New Roman" panose="02020603050405020304" pitchFamily="18" charset="0"/>
                          <a:ea typeface="Calibri" panose="020F0502020204030204" pitchFamily="34" charset="0"/>
                          <a:cs typeface="Arial" panose="020B0604020202020204" pitchFamily="34" charset="0"/>
                        </a:rPr>
                        <a:t>APTOS</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50000"/>
                        </a:lnSpc>
                        <a:spcAft>
                          <a:spcPts val="800"/>
                        </a:spcAft>
                        <a:buNone/>
                      </a:pPr>
                      <a:r>
                        <a:rPr lang="en-US" sz="1600" dirty="0">
                          <a:effectLst/>
                          <a:latin typeface="Times New Roman" panose="02020603050405020304" pitchFamily="18" charset="0"/>
                          <a:ea typeface="Calibri" panose="020F0502020204030204" pitchFamily="34" charset="0"/>
                          <a:cs typeface="Arial" panose="020B0604020202020204" pitchFamily="34" charset="0"/>
                        </a:rPr>
                        <a:t>Retinal Fundus Images</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50000"/>
                        </a:lnSpc>
                        <a:spcAft>
                          <a:spcPts val="800"/>
                        </a:spcAft>
                        <a:buNone/>
                      </a:pPr>
                      <a:r>
                        <a:rPr lang="en-US" sz="1600" dirty="0">
                          <a:effectLst/>
                          <a:latin typeface="Times New Roman" panose="02020603050405020304" pitchFamily="18" charset="0"/>
                          <a:ea typeface="Calibri" panose="020F0502020204030204" pitchFamily="34" charset="0"/>
                          <a:cs typeface="Arial" panose="020B0604020202020204" pitchFamily="34" charset="0"/>
                        </a:rPr>
                        <a:t>3,662 images</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50000"/>
                        </a:lnSpc>
                        <a:spcAft>
                          <a:spcPts val="800"/>
                        </a:spcAft>
                        <a:buNone/>
                      </a:pPr>
                      <a:r>
                        <a:rPr lang="en-US" sz="1600">
                          <a:effectLst/>
                          <a:latin typeface="Times New Roman" panose="02020603050405020304" pitchFamily="18" charset="0"/>
                          <a:ea typeface="Calibri" panose="020F0502020204030204" pitchFamily="34" charset="0"/>
                          <a:cs typeface="Arial" panose="020B0604020202020204" pitchFamily="34" charset="0"/>
                        </a:rPr>
                        <a:t>Small dataset size, Imbalance classes, Lesion Similarity </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87685937"/>
                  </a:ext>
                </a:extLst>
              </a:tr>
              <a:tr h="1046093">
                <a:tc>
                  <a:txBody>
                    <a:bodyPr/>
                    <a:lstStyle/>
                    <a:p>
                      <a:pPr marL="0" marR="0" algn="just">
                        <a:lnSpc>
                          <a:spcPct val="150000"/>
                        </a:lnSpc>
                        <a:spcAft>
                          <a:spcPts val="800"/>
                        </a:spcAft>
                        <a:buNone/>
                      </a:pPr>
                      <a:r>
                        <a:rPr lang="en-US" sz="1600">
                          <a:effectLst/>
                          <a:latin typeface="Times New Roman" panose="02020603050405020304" pitchFamily="18" charset="0"/>
                          <a:ea typeface="Calibri" panose="020F0502020204030204" pitchFamily="34" charset="0"/>
                          <a:cs typeface="Arial" panose="020B0604020202020204" pitchFamily="34" charset="0"/>
                        </a:rPr>
                        <a:t>EyePACS</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50000"/>
                        </a:lnSpc>
                        <a:spcAft>
                          <a:spcPts val="800"/>
                        </a:spcAft>
                        <a:buNone/>
                      </a:pPr>
                      <a:r>
                        <a:rPr lang="en-US" sz="1600" dirty="0">
                          <a:effectLst/>
                          <a:latin typeface="Times New Roman" panose="02020603050405020304" pitchFamily="18" charset="0"/>
                          <a:ea typeface="Calibri" panose="020F0502020204030204" pitchFamily="34" charset="0"/>
                          <a:cs typeface="Arial" panose="020B0604020202020204" pitchFamily="34" charset="0"/>
                        </a:rPr>
                        <a:t>Retinal Fundus Images</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50000"/>
                        </a:lnSpc>
                        <a:spcAft>
                          <a:spcPts val="800"/>
                        </a:spcAft>
                        <a:buNone/>
                      </a:pPr>
                      <a:r>
                        <a:rPr lang="en-US" sz="1600">
                          <a:effectLst/>
                          <a:latin typeface="Times New Roman" panose="02020603050405020304" pitchFamily="18" charset="0"/>
                          <a:ea typeface="Calibri" panose="020F0502020204030204" pitchFamily="34" charset="0"/>
                          <a:cs typeface="Arial" panose="020B0604020202020204" pitchFamily="34" charset="0"/>
                        </a:rPr>
                        <a:t>88,702 images</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50000"/>
                        </a:lnSpc>
                        <a:spcAft>
                          <a:spcPts val="800"/>
                        </a:spcAft>
                        <a:buNone/>
                      </a:pPr>
                      <a:r>
                        <a:rPr lang="en-US" sz="1600" dirty="0">
                          <a:effectLst/>
                          <a:latin typeface="Times New Roman" panose="02020603050405020304" pitchFamily="18" charset="0"/>
                          <a:ea typeface="Calibri" panose="020F0502020204030204" pitchFamily="34" charset="0"/>
                          <a:cs typeface="Arial" panose="020B0604020202020204" pitchFamily="34" charset="0"/>
                        </a:rPr>
                        <a:t>Class imbalance, low resolution, Noise, illumination variations </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83476727"/>
                  </a:ext>
                </a:extLst>
              </a:tr>
            </a:tbl>
          </a:graphicData>
        </a:graphic>
      </p:graphicFrame>
      <p:pic>
        <p:nvPicPr>
          <p:cNvPr id="6" name="Picture 5">
            <a:extLst>
              <a:ext uri="{FF2B5EF4-FFF2-40B4-BE49-F238E27FC236}">
                <a16:creationId xmlns:a16="http://schemas.microsoft.com/office/drawing/2014/main" id="{285DC388-3F71-442B-558B-73F63D91FF52}"/>
              </a:ext>
            </a:extLst>
          </p:cNvPr>
          <p:cNvPicPr>
            <a:picLocks noChangeAspect="1"/>
          </p:cNvPicPr>
          <p:nvPr/>
        </p:nvPicPr>
        <p:blipFill>
          <a:blip r:embed="rId2"/>
          <a:stretch>
            <a:fillRect/>
          </a:stretch>
        </p:blipFill>
        <p:spPr>
          <a:xfrm>
            <a:off x="10222281" y="-126547"/>
            <a:ext cx="2101011" cy="206739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a:solidFill>
                  <a:srgbClr val="002060"/>
                </a:solidFill>
                <a:latin typeface="Times New Roman" panose="02020603050405020304" pitchFamily="18" charset="0"/>
                <a:cs typeface="Times New Roman" panose="02020603050405020304" pitchFamily="18" charset="0"/>
              </a:rPr>
              <a:t>Results and Discussions</a:t>
            </a:r>
          </a:p>
        </p:txBody>
      </p:sp>
      <p:sp>
        <p:nvSpPr>
          <p:cNvPr id="3" name="Text Placeholder 2"/>
          <p:cNvSpPr>
            <a:spLocks noGrp="1"/>
          </p:cNvSpPr>
          <p:nvPr>
            <p:ph type="body" idx="1"/>
          </p:nvPr>
        </p:nvSpPr>
        <p:spPr>
          <a:xfrm>
            <a:off x="838200" y="1847850"/>
            <a:ext cx="10515600" cy="4351338"/>
          </a:xfrm>
        </p:spPr>
        <p:txBody>
          <a:bodyPr>
            <a:noAutofit/>
          </a:bodyPr>
          <a:lstStyle/>
          <a:p>
            <a:pPr marL="114300" indent="0">
              <a:buNone/>
            </a:pPr>
            <a:r>
              <a:rPr lang="en-US" altLang="en-US" sz="2400" b="1" u="sng" dirty="0">
                <a:latin typeface="Times New Roman" panose="02020603050405020304" pitchFamily="18" charset="0"/>
                <a:cs typeface="Times New Roman" panose="02020603050405020304" pitchFamily="18" charset="0"/>
                <a:sym typeface="+mn-ea"/>
              </a:rPr>
              <a:t>1.Evaluation Metrics</a:t>
            </a:r>
            <a:endParaRPr lang="en-US" altLang="en-US" sz="2400" b="1" u="sng" dirty="0">
              <a:latin typeface="Times New Roman" panose="02020603050405020304" pitchFamily="18" charset="0"/>
              <a:cs typeface="Times New Roman" panose="02020603050405020304" pitchFamily="18" charset="0"/>
            </a:endParaRPr>
          </a:p>
          <a:p>
            <a:pPr marL="114300" indent="0">
              <a:buNone/>
            </a:pPr>
            <a:r>
              <a:rPr lang="en-US" altLang="en-US" sz="2400" b="1" dirty="0">
                <a:latin typeface="Times New Roman" panose="02020603050405020304" pitchFamily="18" charset="0"/>
                <a:cs typeface="Times New Roman" panose="02020603050405020304" pitchFamily="18" charset="0"/>
              </a:rPr>
              <a:t>Accuracy: </a:t>
            </a:r>
            <a:r>
              <a:rPr lang="en-US" altLang="en-US" sz="2400" dirty="0">
                <a:latin typeface="Times New Roman" panose="02020603050405020304" pitchFamily="18" charset="0"/>
                <a:cs typeface="Times New Roman" panose="02020603050405020304" pitchFamily="18" charset="0"/>
              </a:rPr>
              <a:t>Proportion of correctly answered questions.</a:t>
            </a:r>
          </a:p>
          <a:p>
            <a:pPr marL="114300" indent="0">
              <a:buNone/>
            </a:pPr>
            <a:r>
              <a:rPr lang="en-US" sz="2400" b="1" dirty="0">
                <a:latin typeface="Times New Roman" panose="02020603050405020304" pitchFamily="18" charset="0"/>
                <a:cs typeface="Times New Roman" panose="02020603050405020304" pitchFamily="18" charset="0"/>
              </a:rPr>
              <a:t>Sensitivity:</a:t>
            </a:r>
            <a:r>
              <a:rPr lang="en-US" sz="2400" dirty="0">
                <a:latin typeface="Times New Roman" panose="02020603050405020304" pitchFamily="18" charset="0"/>
                <a:cs typeface="Times New Roman" panose="02020603050405020304" pitchFamily="18" charset="0"/>
              </a:rPr>
              <a:t> Ability to correctly identify positive cases.</a:t>
            </a:r>
          </a:p>
          <a:p>
            <a:pPr marL="114300" indent="0">
              <a:buNone/>
            </a:pPr>
            <a:r>
              <a:rPr lang="en-US" sz="2400" b="1" dirty="0">
                <a:latin typeface="Times New Roman" panose="02020603050405020304" pitchFamily="18" charset="0"/>
                <a:cs typeface="Times New Roman" panose="02020603050405020304" pitchFamily="18" charset="0"/>
              </a:rPr>
              <a:t>Specificity:</a:t>
            </a:r>
            <a:r>
              <a:rPr lang="en-US" sz="2400" dirty="0">
                <a:latin typeface="Times New Roman" panose="02020603050405020304" pitchFamily="18" charset="0"/>
                <a:cs typeface="Times New Roman" panose="02020603050405020304" pitchFamily="18" charset="0"/>
              </a:rPr>
              <a:t> Ability to correctly identify negative cases.</a:t>
            </a:r>
          </a:p>
          <a:p>
            <a:pPr marL="114300" indent="0">
              <a:buNone/>
            </a:pPr>
            <a:endParaRPr lang="en-US" altLang="en-US" sz="2400" dirty="0">
              <a:latin typeface="Times New Roman" panose="02020603050405020304" pitchFamily="18" charset="0"/>
              <a:cs typeface="Times New Roman" panose="02020603050405020304" pitchFamily="18" charset="0"/>
            </a:endParaRPr>
          </a:p>
          <a:p>
            <a:pPr marL="114300" indent="0">
              <a:buNone/>
            </a:pPr>
            <a:r>
              <a:rPr lang="en-US" altLang="en-US" sz="2400" b="1" u="sng" dirty="0">
                <a:latin typeface="Times New Roman" panose="02020603050405020304" pitchFamily="18" charset="0"/>
                <a:cs typeface="Times New Roman" panose="02020603050405020304" pitchFamily="18" charset="0"/>
              </a:rPr>
              <a:t>2.Experimental Setup</a:t>
            </a:r>
          </a:p>
          <a:p>
            <a:pPr marL="114300" indent="0">
              <a:buNone/>
            </a:pPr>
            <a:r>
              <a:rPr lang="en-US" sz="2400" dirty="0">
                <a:latin typeface="Times New Roman" panose="02020603050405020304" pitchFamily="18" charset="0"/>
                <a:cs typeface="Times New Roman" panose="02020603050405020304" pitchFamily="18" charset="0"/>
              </a:rPr>
              <a:t>The experimental settings cover Adam (Adaptive Moment Estimation), learning rate schedule, activation functions, momentum, batch size, and epochs. We will apply K-fold as cross validation method. Moreover, Grad-CAM and lesion-specific saliency maps are used to highlight critical retinal regions influencing predictions.</a:t>
            </a:r>
          </a:p>
          <a:p>
            <a:pPr marL="114300" indent="0">
              <a:buNone/>
            </a:pPr>
            <a:endParaRPr lang="en-US" altLang="en-US" sz="24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
        <p:nvSpPr>
          <p:cNvPr id="185" name="Google Shape;185;p20"/>
          <p:cNvSpPr/>
          <p:nvPr/>
        </p:nvSpPr>
        <p:spPr>
          <a:xfrm>
            <a:off x="126609" y="103306"/>
            <a:ext cx="11915336" cy="6608933"/>
          </a:xfrm>
          <a:prstGeom prst="roundRect">
            <a:avLst>
              <a:gd name="adj" fmla="val 16667"/>
            </a:avLst>
          </a:prstGeom>
          <a:noFill/>
          <a:ln w="9525" cap="flat" cmpd="thinThick">
            <a:solidFill>
              <a:srgbClr val="42719B">
                <a:alpha val="78823"/>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6" name="Picture 5">
            <a:extLst>
              <a:ext uri="{FF2B5EF4-FFF2-40B4-BE49-F238E27FC236}">
                <a16:creationId xmlns:a16="http://schemas.microsoft.com/office/drawing/2014/main" id="{C8353676-642E-1562-6037-B70C923EDBEE}"/>
              </a:ext>
            </a:extLst>
          </p:cNvPr>
          <p:cNvPicPr>
            <a:picLocks noChangeAspect="1"/>
          </p:cNvPicPr>
          <p:nvPr/>
        </p:nvPicPr>
        <p:blipFill>
          <a:blip r:embed="rId2"/>
          <a:stretch>
            <a:fillRect/>
          </a:stretch>
        </p:blipFill>
        <p:spPr>
          <a:xfrm>
            <a:off x="10222281" y="-126547"/>
            <a:ext cx="2101011" cy="206739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a:solidFill>
                  <a:srgbClr val="002060"/>
                </a:solidFill>
                <a:latin typeface="Times New Roman" panose="02020603050405020304" pitchFamily="18" charset="0"/>
                <a:cs typeface="Times New Roman" panose="02020603050405020304" pitchFamily="18" charset="0"/>
                <a:sym typeface="+mn-ea"/>
              </a:rPr>
              <a:t>Conclusion</a:t>
            </a:r>
            <a:endParaRPr lang="en-US" dirty="0">
              <a:solidFill>
                <a:srgbClr val="002060"/>
              </a:solidFill>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838199" y="2005012"/>
            <a:ext cx="10014527" cy="4351338"/>
          </a:xfrm>
        </p:spPr>
        <p:txBody>
          <a:bodyPr>
            <a:normAutofit/>
          </a:bodyPr>
          <a:lstStyle/>
          <a:p>
            <a:pPr marL="114300" indent="0" algn="just">
              <a:lnSpc>
                <a:spcPct val="150000"/>
              </a:lnSpc>
              <a:buNone/>
            </a:pPr>
            <a:r>
              <a:rPr lang="en-US" sz="2400" dirty="0">
                <a:latin typeface="Times New Roman" panose="02020603050405020304" pitchFamily="18" charset="0"/>
                <a:cs typeface="Times New Roman" panose="02020603050405020304" pitchFamily="18" charset="0"/>
              </a:rPr>
              <a:t>This research proposes a deep learning approach for diabetic retinopathy classification using attention modules. The model is expected to focus on clinically important retinal regions. By incorporating attention mechanisms, the proposed methodology aims to improve classification accuracy and interpretability for reliable diabetic retinopathy detection.</a:t>
            </a:r>
            <a:endParaRPr lang="en-US" alt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25</a:t>
            </a:fld>
            <a:endParaRPr lang="en-US"/>
          </a:p>
        </p:txBody>
      </p:sp>
      <p:sp>
        <p:nvSpPr>
          <p:cNvPr id="5" name="Text Box 4"/>
          <p:cNvSpPr txBox="1"/>
          <p:nvPr/>
        </p:nvSpPr>
        <p:spPr>
          <a:xfrm>
            <a:off x="5535930" y="1341755"/>
            <a:ext cx="4064000" cy="306705"/>
          </a:xfrm>
          <a:prstGeom prst="rect">
            <a:avLst/>
          </a:prstGeom>
          <a:noFill/>
        </p:spPr>
        <p:txBody>
          <a:bodyPr wrap="square" rtlCol="0">
            <a:spAutoFit/>
          </a:bodyPr>
          <a:lstStyle/>
          <a:p>
            <a:endParaRPr lang="en-US"/>
          </a:p>
        </p:txBody>
      </p:sp>
      <p:sp>
        <p:nvSpPr>
          <p:cNvPr id="185" name="Google Shape;185;p20"/>
          <p:cNvSpPr/>
          <p:nvPr/>
        </p:nvSpPr>
        <p:spPr>
          <a:xfrm>
            <a:off x="126609" y="103306"/>
            <a:ext cx="11915336" cy="6608933"/>
          </a:xfrm>
          <a:prstGeom prst="roundRect">
            <a:avLst>
              <a:gd name="adj" fmla="val 16667"/>
            </a:avLst>
          </a:prstGeom>
          <a:noFill/>
          <a:ln w="9525" cap="flat" cmpd="thinThick">
            <a:solidFill>
              <a:srgbClr val="42719B">
                <a:alpha val="78823"/>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6" name="Picture 5">
            <a:extLst>
              <a:ext uri="{FF2B5EF4-FFF2-40B4-BE49-F238E27FC236}">
                <a16:creationId xmlns:a16="http://schemas.microsoft.com/office/drawing/2014/main" id="{88FA8E61-9FF2-AD6C-4074-DA4DD1EEAEF3}"/>
              </a:ext>
            </a:extLst>
          </p:cNvPr>
          <p:cNvPicPr>
            <a:picLocks noChangeAspect="1"/>
          </p:cNvPicPr>
          <p:nvPr/>
        </p:nvPicPr>
        <p:blipFill>
          <a:blip r:embed="rId2"/>
          <a:stretch>
            <a:fillRect/>
          </a:stretch>
        </p:blipFill>
        <p:spPr>
          <a:xfrm>
            <a:off x="10222281" y="-126547"/>
            <a:ext cx="2101011" cy="206739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A10FA-54CB-9A38-E500-02A24F53CB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B72707-DA1D-10A4-E54F-DD0CF9339EBE}"/>
              </a:ext>
            </a:extLst>
          </p:cNvPr>
          <p:cNvSpPr>
            <a:spLocks noGrp="1"/>
          </p:cNvSpPr>
          <p:nvPr>
            <p:ph type="title"/>
          </p:nvPr>
        </p:nvSpPr>
        <p:spPr/>
        <p:txBody>
          <a:bodyPr/>
          <a:lstStyle/>
          <a:p>
            <a:pPr algn="ctr"/>
            <a:r>
              <a:rPr lang="en-US" b="1" u="sng" dirty="0">
                <a:solidFill>
                  <a:srgbClr val="002060"/>
                </a:solidFill>
                <a:sym typeface="+mn-ea"/>
              </a:rPr>
              <a:t>Timeline</a:t>
            </a:r>
            <a:endParaRPr lang="en-US" dirty="0">
              <a:solidFill>
                <a:srgbClr val="002060"/>
              </a:solidFill>
            </a:endParaRPr>
          </a:p>
        </p:txBody>
      </p:sp>
      <p:sp>
        <p:nvSpPr>
          <p:cNvPr id="4" name="Slide Number Placeholder 3">
            <a:extLst>
              <a:ext uri="{FF2B5EF4-FFF2-40B4-BE49-F238E27FC236}">
                <a16:creationId xmlns:a16="http://schemas.microsoft.com/office/drawing/2014/main" id="{D6062DFD-F260-EB17-4253-EDEA3AB2ADB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26</a:t>
            </a:fld>
            <a:endParaRPr lang="en-US"/>
          </a:p>
        </p:txBody>
      </p:sp>
      <p:sp>
        <p:nvSpPr>
          <p:cNvPr id="5" name="Text Box 4">
            <a:extLst>
              <a:ext uri="{FF2B5EF4-FFF2-40B4-BE49-F238E27FC236}">
                <a16:creationId xmlns:a16="http://schemas.microsoft.com/office/drawing/2014/main" id="{76816E92-2F44-67FA-1099-EADBF9E8DAFB}"/>
              </a:ext>
            </a:extLst>
          </p:cNvPr>
          <p:cNvSpPr txBox="1"/>
          <p:nvPr/>
        </p:nvSpPr>
        <p:spPr>
          <a:xfrm>
            <a:off x="5535930" y="1341755"/>
            <a:ext cx="4064000" cy="306705"/>
          </a:xfrm>
          <a:prstGeom prst="rect">
            <a:avLst/>
          </a:prstGeom>
          <a:noFill/>
        </p:spPr>
        <p:txBody>
          <a:bodyPr wrap="square" rtlCol="0">
            <a:spAutoFit/>
          </a:bodyPr>
          <a:lstStyle/>
          <a:p>
            <a:endParaRPr lang="en-US"/>
          </a:p>
        </p:txBody>
      </p:sp>
      <p:pic>
        <p:nvPicPr>
          <p:cNvPr id="11" name="Picture 10">
            <a:extLst>
              <a:ext uri="{FF2B5EF4-FFF2-40B4-BE49-F238E27FC236}">
                <a16:creationId xmlns:a16="http://schemas.microsoft.com/office/drawing/2014/main" id="{CD6DB506-A0BB-E098-D2D0-8CE7D1545CC7}"/>
              </a:ext>
            </a:extLst>
          </p:cNvPr>
          <p:cNvPicPr>
            <a:picLocks noChangeAspect="1"/>
          </p:cNvPicPr>
          <p:nvPr/>
        </p:nvPicPr>
        <p:blipFill>
          <a:blip r:embed="rId2"/>
          <a:srcRect l="17031" t="38888" r="4155" b="15539"/>
          <a:stretch>
            <a:fillRect/>
          </a:stretch>
        </p:blipFill>
        <p:spPr>
          <a:xfrm>
            <a:off x="666748" y="2264681"/>
            <a:ext cx="10515601" cy="3820841"/>
          </a:xfrm>
          <a:prstGeom prst="rect">
            <a:avLst/>
          </a:prstGeom>
        </p:spPr>
      </p:pic>
      <p:pic>
        <p:nvPicPr>
          <p:cNvPr id="6" name="Picture 5">
            <a:extLst>
              <a:ext uri="{FF2B5EF4-FFF2-40B4-BE49-F238E27FC236}">
                <a16:creationId xmlns:a16="http://schemas.microsoft.com/office/drawing/2014/main" id="{BE18E2D0-7F97-3223-0473-458AD5BE9D9A}"/>
              </a:ext>
            </a:extLst>
          </p:cNvPr>
          <p:cNvPicPr>
            <a:picLocks noChangeAspect="1"/>
          </p:cNvPicPr>
          <p:nvPr/>
        </p:nvPicPr>
        <p:blipFill>
          <a:blip r:embed="rId3"/>
          <a:stretch>
            <a:fillRect/>
          </a:stretch>
        </p:blipFill>
        <p:spPr>
          <a:xfrm>
            <a:off x="10222281" y="-126547"/>
            <a:ext cx="2101011" cy="2067395"/>
          </a:xfrm>
          <a:prstGeom prst="rect">
            <a:avLst/>
          </a:prstGeom>
        </p:spPr>
      </p:pic>
    </p:spTree>
    <p:extLst>
      <p:ext uri="{BB962C8B-B14F-4D97-AF65-F5344CB8AC3E}">
        <p14:creationId xmlns:p14="http://schemas.microsoft.com/office/powerpoint/2010/main" val="6416190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1"/>
          <p:cNvSpPr txBox="1">
            <a:spLocks noGrp="1"/>
          </p:cNvSpPr>
          <p:nvPr>
            <p:ph type="title"/>
          </p:nvPr>
        </p:nvSpPr>
        <p:spPr>
          <a:xfrm>
            <a:off x="875070" y="393290"/>
            <a:ext cx="8916043" cy="129739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1"/>
              </a:buClr>
              <a:buSzPts val="4400"/>
              <a:buFont typeface="Calibri" panose="020F0502020204030204"/>
              <a:buNone/>
            </a:pPr>
            <a:r>
              <a:rPr lang="en-US" b="1" u="sng" dirty="0">
                <a:solidFill>
                  <a:srgbClr val="002060"/>
                </a:solidFill>
              </a:rPr>
              <a:t>References</a:t>
            </a:r>
            <a:endParaRPr u="sng" dirty="0">
              <a:solidFill>
                <a:srgbClr val="002060"/>
              </a:solidFill>
            </a:endParaRPr>
          </a:p>
        </p:txBody>
      </p:sp>
      <p:sp>
        <p:nvSpPr>
          <p:cNvPr id="198" name="Google Shape;19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600"/>
              <a:t>27</a:t>
            </a:fld>
            <a:endParaRPr lang="en-US" sz="1600"/>
          </a:p>
        </p:txBody>
      </p:sp>
      <p:sp>
        <p:nvSpPr>
          <p:cNvPr id="199" name="Google Shape;199;p21"/>
          <p:cNvSpPr/>
          <p:nvPr/>
        </p:nvSpPr>
        <p:spPr>
          <a:xfrm>
            <a:off x="0" y="0"/>
            <a:ext cx="12192000" cy="6858000"/>
          </a:xfrm>
          <a:prstGeom prst="rect">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00" name="Google Shape;200;p21"/>
          <p:cNvSpPr/>
          <p:nvPr/>
        </p:nvSpPr>
        <p:spPr>
          <a:xfrm>
            <a:off x="126609" y="112542"/>
            <a:ext cx="11915336" cy="6608933"/>
          </a:xfrm>
          <a:prstGeom prst="roundRect">
            <a:avLst>
              <a:gd name="adj" fmla="val 16667"/>
            </a:avLst>
          </a:prstGeom>
          <a:noFill/>
          <a:ln w="9525" cap="flat" cmpd="thinThick">
            <a:solidFill>
              <a:srgbClr val="42719B">
                <a:alpha val="78823"/>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01" name="Google Shape;201;p21"/>
          <p:cNvSpPr/>
          <p:nvPr/>
        </p:nvSpPr>
        <p:spPr>
          <a:xfrm>
            <a:off x="556313" y="1573254"/>
            <a:ext cx="11055927" cy="5033256"/>
          </a:xfrm>
          <a:prstGeom prst="rect">
            <a:avLst/>
          </a:prstGeom>
          <a:noFill/>
          <a:ln>
            <a:noFill/>
          </a:ln>
        </p:spPr>
        <p:txBody>
          <a:bodyPr spcFirstLastPara="1" wrap="square" lIns="91425" tIns="45700" rIns="91425" bIns="45700" anchor="t" anchorCtr="0">
            <a:noAutofit/>
          </a:bodyPr>
          <a:lstStyle/>
          <a:p>
            <a:r>
              <a:rPr lang="en-US" sz="1600" dirty="0"/>
              <a:t>[1]	W. L. </a:t>
            </a:r>
            <a:r>
              <a:rPr lang="en-US" sz="1600" dirty="0" err="1"/>
              <a:t>Alyoubi</a:t>
            </a:r>
            <a:r>
              <a:rPr lang="en-US" sz="1600" dirty="0"/>
              <a:t>, W. M. Shalash, and M. F. Abulkhair, “Diabetic retinopathy detection through deep learning techniques: A review,” </a:t>
            </a:r>
            <a:r>
              <a:rPr lang="en-US" sz="1600" i="1" dirty="0"/>
              <a:t>Informatics Med. Unlocked</a:t>
            </a:r>
            <a:r>
              <a:rPr lang="en-US" sz="1600" dirty="0"/>
              <a:t>, vol. 20, p. 100377, Jan. 2020, </a:t>
            </a:r>
            <a:r>
              <a:rPr lang="en-US" sz="1600" dirty="0" err="1"/>
              <a:t>doi</a:t>
            </a:r>
            <a:r>
              <a:rPr lang="en-US" sz="1600" dirty="0"/>
              <a:t>: 10.1016/j.imu.2020.100377.</a:t>
            </a:r>
          </a:p>
          <a:p>
            <a:r>
              <a:rPr lang="en-US" sz="1600" dirty="0"/>
              <a:t>[2]	R. Rajalakshmi, R. Subashini, R. M. Anjana, and V. Mohan, “Automated diabetic retinopathy detection in smartphone-based fundus photography using artificial intelligence,” </a:t>
            </a:r>
            <a:r>
              <a:rPr lang="en-US" sz="1600" i="1" dirty="0"/>
              <a:t>Eye (Lond).</a:t>
            </a:r>
            <a:r>
              <a:rPr lang="en-US" sz="1600" dirty="0"/>
              <a:t>, vol. 32, no. 6, pp. 1138–1144, Jun. 2018, </a:t>
            </a:r>
            <a:r>
              <a:rPr lang="en-US" sz="1600" dirty="0" err="1"/>
              <a:t>doi</a:t>
            </a:r>
            <a:r>
              <a:rPr lang="en-US" sz="1600" dirty="0"/>
              <a:t>: 10.1038/S41433-018-0064-9.</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[3].           A. J. Kadhim, H. </a:t>
            </a:r>
            <a:r>
              <a:rPr lang="en-US" sz="1600" dirty="0" err="1">
                <a:latin typeface="Times New Roman" panose="02020603050405020304" pitchFamily="18" charset="0"/>
                <a:cs typeface="Times New Roman" panose="02020603050405020304" pitchFamily="18" charset="0"/>
              </a:rPr>
              <a:t>Seyedarabi</a:t>
            </a:r>
            <a:r>
              <a:rPr lang="en-US" sz="1600" dirty="0">
                <a:latin typeface="Times New Roman" panose="02020603050405020304" pitchFamily="18" charset="0"/>
                <a:cs typeface="Times New Roman" panose="02020603050405020304" pitchFamily="18" charset="0"/>
              </a:rPr>
              <a:t>, R. </a:t>
            </a:r>
            <a:r>
              <a:rPr lang="en-US" sz="1600" dirty="0" err="1">
                <a:latin typeface="Times New Roman" panose="02020603050405020304" pitchFamily="18" charset="0"/>
                <a:cs typeface="Times New Roman" panose="02020603050405020304" pitchFamily="18" charset="0"/>
              </a:rPr>
              <a:t>Afrouzian</a:t>
            </a:r>
            <a:r>
              <a:rPr lang="en-US" sz="1600" dirty="0">
                <a:latin typeface="Times New Roman" panose="02020603050405020304" pitchFamily="18" charset="0"/>
                <a:cs typeface="Times New Roman" panose="02020603050405020304" pitchFamily="18" charset="0"/>
              </a:rPr>
              <a:t>, and F. S. Hasan, “Diabetic Retinopathy Classification Using Hybrid Color-Based CLAHE and Blood Vessel in Deep Convolution Neural Network,” </a:t>
            </a:r>
            <a:r>
              <a:rPr lang="en-US" sz="1600" i="1" dirty="0">
                <a:latin typeface="Times New Roman" panose="02020603050405020304" pitchFamily="18" charset="0"/>
                <a:cs typeface="Times New Roman" panose="02020603050405020304" pitchFamily="18" charset="0"/>
              </a:rPr>
              <a:t>IEEE Access</a:t>
            </a:r>
            <a:r>
              <a:rPr lang="en-US" sz="1600" dirty="0">
                <a:latin typeface="Times New Roman" panose="02020603050405020304" pitchFamily="18" charset="0"/>
                <a:cs typeface="Times New Roman" panose="02020603050405020304" pitchFamily="18" charset="0"/>
              </a:rPr>
              <a:t>, vol. 12, pp. 194750–194761, 2024,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10.1109/ACCESS.2024.3519361.</a:t>
            </a:r>
          </a:p>
          <a:p>
            <a:r>
              <a:rPr lang="en-US" sz="1600" dirty="0">
                <a:latin typeface="Times New Roman" panose="02020603050405020304" pitchFamily="18" charset="0"/>
                <a:cs typeface="Times New Roman" panose="02020603050405020304" pitchFamily="18" charset="0"/>
              </a:rPr>
              <a:t>[4]	S. Akhtar </a:t>
            </a:r>
            <a:r>
              <a:rPr lang="en-US" sz="1600" i="1" dirty="0">
                <a:latin typeface="Times New Roman" panose="02020603050405020304" pitchFamily="18" charset="0"/>
                <a:cs typeface="Times New Roman" panose="02020603050405020304" pitchFamily="18" charset="0"/>
              </a:rPr>
              <a:t>et al.</a:t>
            </a:r>
            <a:r>
              <a:rPr lang="en-US" sz="1600" dirty="0">
                <a:latin typeface="Times New Roman" panose="02020603050405020304" pitchFamily="18" charset="0"/>
                <a:cs typeface="Times New Roman" panose="02020603050405020304" pitchFamily="18" charset="0"/>
              </a:rPr>
              <a:t>, “A deep learning based model for diabetic retinopathy grading,” </a:t>
            </a:r>
            <a:r>
              <a:rPr lang="en-US" sz="1600" i="1" dirty="0">
                <a:latin typeface="Times New Roman" panose="02020603050405020304" pitchFamily="18" charset="0"/>
                <a:cs typeface="Times New Roman" panose="02020603050405020304" pitchFamily="18" charset="0"/>
              </a:rPr>
              <a:t>Sci. Reports 2025 151</a:t>
            </a:r>
            <a:r>
              <a:rPr lang="en-US" sz="1600" dirty="0">
                <a:latin typeface="Times New Roman" panose="02020603050405020304" pitchFamily="18" charset="0"/>
                <a:cs typeface="Times New Roman" panose="02020603050405020304" pitchFamily="18" charset="0"/>
              </a:rPr>
              <a:t>, vol. 15, no. 1, pp. 3763-, Jan. 2025,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10.1038/s41598-025-87171-9.</a:t>
            </a:r>
          </a:p>
          <a:p>
            <a:r>
              <a:rPr lang="en-US" sz="1600" dirty="0">
                <a:latin typeface="Times New Roman" panose="02020603050405020304" pitchFamily="18" charset="0"/>
                <a:cs typeface="Times New Roman" panose="02020603050405020304" pitchFamily="18" charset="0"/>
              </a:rPr>
              <a:t>[5]	M. A. K. </a:t>
            </a:r>
            <a:r>
              <a:rPr lang="en-US" sz="1600" dirty="0" err="1">
                <a:latin typeface="Times New Roman" panose="02020603050405020304" pitchFamily="18" charset="0"/>
                <a:cs typeface="Times New Roman" panose="02020603050405020304" pitchFamily="18" charset="0"/>
              </a:rPr>
              <a:t>Raiaan</a:t>
            </a:r>
            <a:r>
              <a:rPr lang="en-US" sz="1600" dirty="0">
                <a:latin typeface="Times New Roman" panose="02020603050405020304" pitchFamily="18" charset="0"/>
                <a:cs typeface="Times New Roman" panose="02020603050405020304" pitchFamily="18" charset="0"/>
              </a:rPr>
              <a:t> </a:t>
            </a:r>
            <a:r>
              <a:rPr lang="en-US" sz="1600" i="1" dirty="0">
                <a:latin typeface="Times New Roman" panose="02020603050405020304" pitchFamily="18" charset="0"/>
                <a:cs typeface="Times New Roman" panose="02020603050405020304" pitchFamily="18" charset="0"/>
              </a:rPr>
              <a:t>et al.</a:t>
            </a:r>
            <a:r>
              <a:rPr lang="en-US" sz="1600" dirty="0">
                <a:latin typeface="Times New Roman" panose="02020603050405020304" pitchFamily="18" charset="0"/>
                <a:cs typeface="Times New Roman" panose="02020603050405020304" pitchFamily="18" charset="0"/>
              </a:rPr>
              <a:t>, “A Lightweight Robust Deep Learning Model Gained High Accuracy in Classifying a Wide Range of Diabetic Retinopathy Images,” </a:t>
            </a:r>
            <a:r>
              <a:rPr lang="en-US" sz="1600" i="1" dirty="0">
                <a:latin typeface="Times New Roman" panose="02020603050405020304" pitchFamily="18" charset="0"/>
                <a:cs typeface="Times New Roman" panose="02020603050405020304" pitchFamily="18" charset="0"/>
              </a:rPr>
              <a:t>IEEE Access</a:t>
            </a:r>
            <a:r>
              <a:rPr lang="en-US" sz="1600" dirty="0">
                <a:latin typeface="Times New Roman" panose="02020603050405020304" pitchFamily="18" charset="0"/>
                <a:cs typeface="Times New Roman" panose="02020603050405020304" pitchFamily="18" charset="0"/>
              </a:rPr>
              <a:t>, vol. 11, pp. 42361–42388, 2023,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10.1109/ACCESS.2023.3272228.</a:t>
            </a:r>
          </a:p>
          <a:p>
            <a:r>
              <a:rPr lang="en-US" sz="1600" dirty="0">
                <a:latin typeface="Times New Roman" panose="02020603050405020304" pitchFamily="18" charset="0"/>
                <a:cs typeface="Times New Roman" panose="02020603050405020304" pitchFamily="18" charset="0"/>
              </a:rPr>
              <a:t>[6]	F. Saeed, M. Hussain, and H. A. </a:t>
            </a:r>
            <a:r>
              <a:rPr lang="en-US" sz="1600" dirty="0" err="1">
                <a:latin typeface="Times New Roman" panose="02020603050405020304" pitchFamily="18" charset="0"/>
                <a:cs typeface="Times New Roman" panose="02020603050405020304" pitchFamily="18" charset="0"/>
              </a:rPr>
              <a:t>Aboalsamh</a:t>
            </a:r>
            <a:r>
              <a:rPr lang="en-US" sz="1600" dirty="0">
                <a:latin typeface="Times New Roman" panose="02020603050405020304" pitchFamily="18" charset="0"/>
                <a:cs typeface="Times New Roman" panose="02020603050405020304" pitchFamily="18" charset="0"/>
              </a:rPr>
              <a:t>, “Automatic Diabetic Retinopathy Diagnosis Using Adaptive Fine-Tuned</a:t>
            </a:r>
          </a:p>
          <a:p>
            <a:r>
              <a:rPr lang="en-US" sz="1600" dirty="0">
                <a:latin typeface="Times New Roman" panose="02020603050405020304" pitchFamily="18" charset="0"/>
                <a:cs typeface="Times New Roman" panose="02020603050405020304" pitchFamily="18" charset="0"/>
              </a:rPr>
              <a:t> [7]            Convolutional Neural Network,” </a:t>
            </a:r>
            <a:r>
              <a:rPr lang="en-US" sz="1600" i="1" dirty="0">
                <a:latin typeface="Times New Roman" panose="02020603050405020304" pitchFamily="18" charset="0"/>
                <a:cs typeface="Times New Roman" panose="02020603050405020304" pitchFamily="18" charset="0"/>
              </a:rPr>
              <a:t>IEEE Access</a:t>
            </a:r>
            <a:r>
              <a:rPr lang="en-US" sz="1600" dirty="0">
                <a:latin typeface="Times New Roman" panose="02020603050405020304" pitchFamily="18" charset="0"/>
                <a:cs typeface="Times New Roman" panose="02020603050405020304" pitchFamily="18" charset="0"/>
              </a:rPr>
              <a:t>, vol. 9, pp. 41344–41359, 2021,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10.1109/ACCESS.2021.3065273.</a:t>
            </a:r>
          </a:p>
          <a:p>
            <a:r>
              <a:rPr lang="en-US" sz="1600" dirty="0"/>
              <a:t>K. Ahnaf Alavee </a:t>
            </a:r>
            <a:r>
              <a:rPr lang="en-US" sz="1600" i="1" dirty="0"/>
              <a:t>et al.</a:t>
            </a:r>
            <a:r>
              <a:rPr lang="en-US" sz="1600" dirty="0"/>
              <a:t>, “Enhancing Early Detection of Diabetic Retinopathy Through the Integration of Deep Learning Models and Explainable Artificial Intelligence,” </a:t>
            </a:r>
            <a:r>
              <a:rPr lang="en-US" sz="1600" i="1" dirty="0"/>
              <a:t>IEEE Access</a:t>
            </a:r>
            <a:r>
              <a:rPr lang="en-US" sz="1600" dirty="0"/>
              <a:t>, vol. 12, pp. 73950–73969, 2024, </a:t>
            </a:r>
            <a:r>
              <a:rPr lang="en-US" sz="1600" dirty="0" err="1"/>
              <a:t>doi</a:t>
            </a:r>
            <a:r>
              <a:rPr lang="en-US" sz="1600" dirty="0"/>
              <a:t>: 10.1109/ACCESS.2024.3405570.</a:t>
            </a:r>
          </a:p>
          <a:p>
            <a:r>
              <a:rPr lang="en-US" sz="1600" dirty="0"/>
              <a:t>[8]	S. A. Karthik, M. N. Geetha, K. Prabhavathi, D. Shashank, K. P. Suhaas, and M. Narender, “Early Detection and Severity Classification of Diabetic Retinopathy Using Convolutional Neural Networks,” </a:t>
            </a:r>
            <a:r>
              <a:rPr lang="en-US" sz="1600" i="1" dirty="0"/>
              <a:t>SN </a:t>
            </a:r>
            <a:r>
              <a:rPr lang="en-US" sz="1600" i="1" dirty="0" err="1"/>
              <a:t>Comput</a:t>
            </a:r>
            <a:r>
              <a:rPr lang="en-US" sz="1600" i="1" dirty="0"/>
              <a:t>. Sci. 2025 67</a:t>
            </a:r>
            <a:r>
              <a:rPr lang="en-US" sz="1600" dirty="0"/>
              <a:t>, vol. 6, no. 7, pp. 819-, Sep. 2025, </a:t>
            </a:r>
            <a:r>
              <a:rPr lang="en-US" sz="1600" dirty="0" err="1"/>
              <a:t>doi</a:t>
            </a:r>
            <a:r>
              <a:rPr lang="en-US" sz="1600" dirty="0"/>
              <a:t>: 10.1007/S42979-025-04361-Y.</a:t>
            </a:r>
          </a:p>
          <a:p>
            <a:pPr>
              <a:lnSpc>
                <a:spcPct val="150000"/>
              </a:lnSpc>
            </a:pPr>
            <a:endParaRPr lang="en-US" sz="16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2AC58506-9CCC-7621-A8B5-E2DD56BA6A77}"/>
              </a:ext>
            </a:extLst>
          </p:cNvPr>
          <p:cNvPicPr>
            <a:picLocks noChangeAspect="1"/>
          </p:cNvPicPr>
          <p:nvPr/>
        </p:nvPicPr>
        <p:blipFill>
          <a:blip r:embed="rId3"/>
          <a:stretch>
            <a:fillRect/>
          </a:stretch>
        </p:blipFill>
        <p:spPr>
          <a:xfrm>
            <a:off x="10222281" y="-126547"/>
            <a:ext cx="2101011" cy="206739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1"/>
          <p:cNvSpPr txBox="1">
            <a:spLocks noGrp="1"/>
          </p:cNvSpPr>
          <p:nvPr>
            <p:ph type="title"/>
          </p:nvPr>
        </p:nvSpPr>
        <p:spPr>
          <a:xfrm>
            <a:off x="875070" y="393290"/>
            <a:ext cx="8916043" cy="129739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1"/>
              </a:buClr>
              <a:buSzPts val="4400"/>
              <a:buFont typeface="Calibri" panose="020F0502020204030204"/>
              <a:buNone/>
            </a:pPr>
            <a:r>
              <a:rPr lang="en-US" b="1" u="sng" dirty="0">
                <a:solidFill>
                  <a:srgbClr val="002060"/>
                </a:solidFill>
              </a:rPr>
              <a:t>References</a:t>
            </a:r>
            <a:endParaRPr u="sng" dirty="0">
              <a:solidFill>
                <a:srgbClr val="002060"/>
              </a:solidFill>
            </a:endParaRPr>
          </a:p>
        </p:txBody>
      </p:sp>
      <p:sp>
        <p:nvSpPr>
          <p:cNvPr id="198" name="Google Shape;19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600"/>
              <a:t>28</a:t>
            </a:fld>
            <a:endParaRPr lang="en-US" sz="1600"/>
          </a:p>
        </p:txBody>
      </p:sp>
      <p:sp>
        <p:nvSpPr>
          <p:cNvPr id="199" name="Google Shape;199;p21"/>
          <p:cNvSpPr/>
          <p:nvPr/>
        </p:nvSpPr>
        <p:spPr>
          <a:xfrm>
            <a:off x="0" y="0"/>
            <a:ext cx="12192000" cy="6858000"/>
          </a:xfrm>
          <a:prstGeom prst="rect">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00" name="Google Shape;200;p21"/>
          <p:cNvSpPr/>
          <p:nvPr/>
        </p:nvSpPr>
        <p:spPr>
          <a:xfrm>
            <a:off x="126609" y="112542"/>
            <a:ext cx="11915336" cy="6608933"/>
          </a:xfrm>
          <a:prstGeom prst="roundRect">
            <a:avLst>
              <a:gd name="adj" fmla="val 16667"/>
            </a:avLst>
          </a:prstGeom>
          <a:noFill/>
          <a:ln w="9525" cap="flat" cmpd="thinThick">
            <a:solidFill>
              <a:srgbClr val="42719B">
                <a:alpha val="78823"/>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01" name="Google Shape;201;p21"/>
          <p:cNvSpPr/>
          <p:nvPr/>
        </p:nvSpPr>
        <p:spPr>
          <a:xfrm>
            <a:off x="484909" y="1690688"/>
            <a:ext cx="11222182" cy="4212110"/>
          </a:xfrm>
          <a:prstGeom prst="rect">
            <a:avLst/>
          </a:prstGeom>
          <a:noFill/>
          <a:ln>
            <a:noFill/>
          </a:ln>
        </p:spPr>
        <p:txBody>
          <a:bodyPr spcFirstLastPara="1" wrap="square" lIns="91425" tIns="45700" rIns="91425" bIns="45700" anchor="t" anchorCtr="0">
            <a:noAutofit/>
          </a:bodyPr>
          <a:lstStyle/>
          <a:p>
            <a:pPr>
              <a:lnSpc>
                <a:spcPct val="200000"/>
              </a:lnSpc>
            </a:pPr>
            <a:endParaRPr sz="1500" dirty="0">
              <a:latin typeface="Times New Roman" panose="02020603050405020304" pitchFamily="18" charset="0"/>
              <a:cs typeface="Times New Roman" panose="02020603050405020304" pitchFamily="18" charset="0"/>
            </a:endParaRPr>
          </a:p>
        </p:txBody>
      </p:sp>
      <p:sp>
        <p:nvSpPr>
          <p:cNvPr id="3" name="Google Shape;201;p21"/>
          <p:cNvSpPr/>
          <p:nvPr/>
        </p:nvSpPr>
        <p:spPr>
          <a:xfrm>
            <a:off x="651164" y="1686660"/>
            <a:ext cx="11055927" cy="5033256"/>
          </a:xfrm>
          <a:prstGeom prst="rect">
            <a:avLst/>
          </a:prstGeom>
          <a:noFill/>
          <a:ln>
            <a:noFill/>
          </a:ln>
        </p:spPr>
        <p:txBody>
          <a:bodyPr spcFirstLastPara="1" wrap="square" lIns="91425" tIns="45700" rIns="91425" bIns="45700" anchor="t" anchorCtr="0">
            <a:noAutofit/>
          </a:bodyPr>
          <a:lstStyle/>
          <a:p>
            <a:r>
              <a:rPr lang="en-US" sz="1600" dirty="0"/>
              <a:t>[9]	K. Ahnaf Alavee </a:t>
            </a:r>
            <a:r>
              <a:rPr lang="en-US" sz="1600" i="1" dirty="0"/>
              <a:t>et al.</a:t>
            </a:r>
            <a:r>
              <a:rPr lang="en-US" sz="1600" dirty="0"/>
              <a:t>, “Enhancing Early Detection of Diabetic Retinopathy Through the Integration of Deep Learning Models and Explainable Artificial Intelligence,” </a:t>
            </a:r>
            <a:r>
              <a:rPr lang="en-US" sz="1600" i="1" dirty="0"/>
              <a:t>IEEE Access</a:t>
            </a:r>
            <a:r>
              <a:rPr lang="en-US" sz="1600" dirty="0"/>
              <a:t>, vol. 12, pp. 73950–73969, 2024, </a:t>
            </a:r>
            <a:r>
              <a:rPr lang="en-US" sz="1600" dirty="0" err="1"/>
              <a:t>doi</a:t>
            </a:r>
            <a:r>
              <a:rPr lang="en-US" sz="1600" dirty="0"/>
              <a:t>: 10.1109/ACCESS.2024.3405570.</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[10]A Hybrid Convolutional Neural Network Model for Automatic Diabetic Retinopathy Classification From Fundus Images | IEEE Journals &amp; Magazine | IEEE Xplore.” Accessed: Nov. 05, 2025. [Online]. Available: https://ieeexplore.ieee.org/document/10142165</a:t>
            </a:r>
          </a:p>
          <a:p>
            <a:r>
              <a:rPr lang="en-US" sz="1600" dirty="0">
                <a:latin typeface="Times New Roman" panose="02020603050405020304" pitchFamily="18" charset="0"/>
                <a:cs typeface="Times New Roman" panose="02020603050405020304" pitchFamily="18" charset="0"/>
              </a:rPr>
              <a:t>[11]	S. R. Refat </a:t>
            </a:r>
            <a:r>
              <a:rPr lang="en-US" sz="1600" i="1" dirty="0">
                <a:latin typeface="Times New Roman" panose="02020603050405020304" pitchFamily="18" charset="0"/>
                <a:cs typeface="Times New Roman" panose="02020603050405020304" pitchFamily="18" charset="0"/>
              </a:rPr>
              <a:t>et al.</a:t>
            </a:r>
            <a:r>
              <a:rPr lang="en-US" sz="1600" dirty="0">
                <a:latin typeface="Times New Roman" panose="02020603050405020304" pitchFamily="18" charset="0"/>
                <a:cs typeface="Times New Roman" panose="02020603050405020304" pitchFamily="18" charset="0"/>
              </a:rPr>
              <a:t>, “VR-</a:t>
            </a:r>
            <a:r>
              <a:rPr lang="en-US" sz="1600" dirty="0" err="1">
                <a:latin typeface="Times New Roman" panose="02020603050405020304" pitchFamily="18" charset="0"/>
                <a:cs typeface="Times New Roman" panose="02020603050405020304" pitchFamily="18" charset="0"/>
              </a:rPr>
              <a:t>FuseNet</a:t>
            </a:r>
            <a:r>
              <a:rPr lang="en-US" sz="1600" dirty="0">
                <a:latin typeface="Times New Roman" panose="02020603050405020304" pitchFamily="18" charset="0"/>
                <a:cs typeface="Times New Roman" panose="02020603050405020304" pitchFamily="18" charset="0"/>
              </a:rPr>
              <a:t>: A Fusion of Heterogeneous Fundus Data and Explainable Deep Network for Diabetic Retinopathy Classification,” Jun. 2025, Accessed: Nov. 04, 2025. [Online]. Available: http://arxiv.org/abs/2504.21464</a:t>
            </a:r>
          </a:p>
          <a:p>
            <a:r>
              <a:rPr lang="en-US" sz="1600" dirty="0">
                <a:latin typeface="Times New Roman" panose="02020603050405020304" pitchFamily="18" charset="0"/>
                <a:cs typeface="Times New Roman" panose="02020603050405020304" pitchFamily="18" charset="0"/>
              </a:rPr>
              <a:t>[12]	A. Jabbar </a:t>
            </a:r>
            <a:r>
              <a:rPr lang="en-US" sz="1600" i="1" dirty="0">
                <a:latin typeface="Times New Roman" panose="02020603050405020304" pitchFamily="18" charset="0"/>
                <a:cs typeface="Times New Roman" panose="02020603050405020304" pitchFamily="18" charset="0"/>
              </a:rPr>
              <a:t>et al.</a:t>
            </a:r>
            <a:r>
              <a:rPr lang="en-US" sz="1600" dirty="0">
                <a:latin typeface="Times New Roman" panose="02020603050405020304" pitchFamily="18" charset="0"/>
                <a:cs typeface="Times New Roman" panose="02020603050405020304" pitchFamily="18" charset="0"/>
              </a:rPr>
              <a:t>, “A Lesion-Based Diabetic Retinopathy Detection Through Hybrid Deep Learning Model,” </a:t>
            </a:r>
            <a:r>
              <a:rPr lang="en-US" sz="1600" i="1" dirty="0">
                <a:latin typeface="Times New Roman" panose="02020603050405020304" pitchFamily="18" charset="0"/>
                <a:cs typeface="Times New Roman" panose="02020603050405020304" pitchFamily="18" charset="0"/>
              </a:rPr>
              <a:t>IEEE Access</a:t>
            </a:r>
            <a:r>
              <a:rPr lang="en-US" sz="1600" dirty="0">
                <a:latin typeface="Times New Roman" panose="02020603050405020304" pitchFamily="18" charset="0"/>
                <a:cs typeface="Times New Roman" panose="02020603050405020304" pitchFamily="18" charset="0"/>
              </a:rPr>
              <a:t>, vol. 12, pp. 40019–40036, 2024,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10.1109/ACCESS.2024.3373467.</a:t>
            </a:r>
          </a:p>
          <a:p>
            <a:r>
              <a:rPr lang="en-US" sz="1600" dirty="0">
                <a:latin typeface="Times New Roman" panose="02020603050405020304" pitchFamily="18" charset="0"/>
                <a:cs typeface="Times New Roman" panose="02020603050405020304" pitchFamily="18" charset="0"/>
              </a:rPr>
              <a:t>[13]             ]A. Shukla, S. Tiwari, and A. Jain, “</a:t>
            </a:r>
            <a:r>
              <a:rPr lang="en-US" sz="1600" dirty="0" err="1">
                <a:latin typeface="Times New Roman" panose="02020603050405020304" pitchFamily="18" charset="0"/>
                <a:cs typeface="Times New Roman" panose="02020603050405020304" pitchFamily="18" charset="0"/>
              </a:rPr>
              <a:t>HybridFusionNet</a:t>
            </a:r>
            <a:r>
              <a:rPr lang="en-US" sz="1600" dirty="0">
                <a:latin typeface="Times New Roman" panose="02020603050405020304" pitchFamily="18" charset="0"/>
                <a:cs typeface="Times New Roman" panose="02020603050405020304" pitchFamily="18" charset="0"/>
              </a:rPr>
              <a:t>: Deep Learning for Multi-Stage Diabetic Retinopathy Detection,” </a:t>
            </a:r>
            <a:r>
              <a:rPr lang="en-US" sz="1600" i="1" dirty="0">
                <a:latin typeface="Times New Roman" panose="02020603050405020304" pitchFamily="18" charset="0"/>
                <a:cs typeface="Times New Roman" panose="02020603050405020304" pitchFamily="18" charset="0"/>
              </a:rPr>
              <a:t>Technol. 2024, Vol. 12, Page 256</a:t>
            </a:r>
            <a:r>
              <a:rPr lang="en-US" sz="1600" dirty="0">
                <a:latin typeface="Times New Roman" panose="02020603050405020304" pitchFamily="18" charset="0"/>
                <a:cs typeface="Times New Roman" panose="02020603050405020304" pitchFamily="18" charset="0"/>
              </a:rPr>
              <a:t>, vol. 12, no. 12, p. 256, Dec. 2024,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10.3390/TECHNOLOGIES12120256.</a:t>
            </a:r>
          </a:p>
          <a:p>
            <a:r>
              <a:rPr lang="en-US" sz="1600" dirty="0">
                <a:latin typeface="Times New Roman" panose="02020603050405020304" pitchFamily="18" charset="0"/>
                <a:cs typeface="Times New Roman" panose="02020603050405020304" pitchFamily="18" charset="0"/>
              </a:rPr>
              <a:t>[14]	A. Hannan, Z. Mahmood, R. Qureshi, and H. Ali, “Enhancing Diabetic Retinopathy Classification Accuracy through Dual Attention Mechanism in Deep Learning,” </a:t>
            </a:r>
            <a:r>
              <a:rPr lang="en-US" sz="1600" i="1" dirty="0" err="1">
                <a:latin typeface="Times New Roman" panose="02020603050405020304" pitchFamily="18" charset="0"/>
                <a:cs typeface="Times New Roman" panose="02020603050405020304" pitchFamily="18" charset="0"/>
              </a:rPr>
              <a:t>Comput</a:t>
            </a:r>
            <a:r>
              <a:rPr lang="en-US" sz="1600" i="1" dirty="0">
                <a:latin typeface="Times New Roman" panose="02020603050405020304" pitchFamily="18" charset="0"/>
                <a:cs typeface="Times New Roman" panose="02020603050405020304" pitchFamily="18" charset="0"/>
              </a:rPr>
              <a:t>. Methods </a:t>
            </a:r>
            <a:r>
              <a:rPr lang="en-US" sz="1600" i="1" dirty="0" err="1">
                <a:latin typeface="Times New Roman" panose="02020603050405020304" pitchFamily="18" charset="0"/>
                <a:cs typeface="Times New Roman" panose="02020603050405020304" pitchFamily="18" charset="0"/>
              </a:rPr>
              <a:t>Biomech</a:t>
            </a:r>
            <a:r>
              <a:rPr lang="en-US" sz="1600" i="1" dirty="0">
                <a:latin typeface="Times New Roman" panose="02020603050405020304" pitchFamily="18" charset="0"/>
                <a:cs typeface="Times New Roman" panose="02020603050405020304" pitchFamily="18" charset="0"/>
              </a:rPr>
              <a:t>. Biomed. Eng. Imaging Vis.</a:t>
            </a:r>
            <a:r>
              <a:rPr lang="en-US" sz="1600" dirty="0">
                <a:latin typeface="Times New Roman" panose="02020603050405020304" pitchFamily="18" charset="0"/>
                <a:cs typeface="Times New Roman" panose="02020603050405020304" pitchFamily="18" charset="0"/>
              </a:rPr>
              <a:t>, vol. 13, no. 1, Jul. 2025,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10.1080/21681163.2025.2539079.</a:t>
            </a:r>
          </a:p>
          <a:p>
            <a:r>
              <a:rPr lang="en-US" sz="1600" dirty="0">
                <a:latin typeface="Times New Roman" panose="02020603050405020304" pitchFamily="18" charset="0"/>
                <a:cs typeface="Times New Roman" panose="02020603050405020304" pitchFamily="18" charset="0"/>
              </a:rPr>
              <a:t>[15]	M. M. Butt, D. N. F. A. Iskandar, S. E. Abdelhamid, G. Latif, and R. </a:t>
            </a:r>
            <a:r>
              <a:rPr lang="en-US" sz="1600" dirty="0" err="1">
                <a:latin typeface="Times New Roman" panose="02020603050405020304" pitchFamily="18" charset="0"/>
                <a:cs typeface="Times New Roman" panose="02020603050405020304" pitchFamily="18" charset="0"/>
              </a:rPr>
              <a:t>Alghazo</a:t>
            </a:r>
            <a:r>
              <a:rPr lang="en-US" sz="1600" dirty="0">
                <a:latin typeface="Times New Roman" panose="02020603050405020304" pitchFamily="18" charset="0"/>
                <a:cs typeface="Times New Roman" panose="02020603050405020304" pitchFamily="18" charset="0"/>
              </a:rPr>
              <a:t>, “Diabetic Retinopathy Detection from Fundus Images of the Eye Using Hybrid Deep Learning Features,” </a:t>
            </a:r>
            <a:r>
              <a:rPr lang="en-US" sz="1600" i="1" dirty="0">
                <a:latin typeface="Times New Roman" panose="02020603050405020304" pitchFamily="18" charset="0"/>
                <a:cs typeface="Times New Roman" panose="02020603050405020304" pitchFamily="18" charset="0"/>
              </a:rPr>
              <a:t>Diagnostics (Basel, Switzerland)</a:t>
            </a:r>
            <a:r>
              <a:rPr lang="en-US" sz="1600" dirty="0">
                <a:latin typeface="Times New Roman" panose="02020603050405020304" pitchFamily="18" charset="0"/>
                <a:cs typeface="Times New Roman" panose="02020603050405020304" pitchFamily="18" charset="0"/>
              </a:rPr>
              <a:t>, vol. 12, no. 7, Jul. 2022,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10.3390/DIAGNOSTICS12071607.</a:t>
            </a:r>
          </a:p>
          <a:p>
            <a:r>
              <a:rPr lang="en-US" sz="1600" dirty="0">
                <a:latin typeface="Times New Roman" panose="02020603050405020304" pitchFamily="18" charset="0"/>
                <a:cs typeface="Times New Roman" panose="02020603050405020304" pitchFamily="18" charset="0"/>
              </a:rPr>
              <a:t>[16]	S. </a:t>
            </a:r>
            <a:r>
              <a:rPr lang="en-US" sz="1600" dirty="0" err="1">
                <a:latin typeface="Times New Roman" panose="02020603050405020304" pitchFamily="18" charset="0"/>
                <a:cs typeface="Times New Roman" panose="02020603050405020304" pitchFamily="18" charset="0"/>
              </a:rPr>
              <a:t>Vallukappully</a:t>
            </a:r>
            <a:r>
              <a:rPr lang="en-US" sz="1600" dirty="0">
                <a:latin typeface="Times New Roman" panose="02020603050405020304" pitchFamily="18" charset="0"/>
                <a:cs typeface="Times New Roman" panose="02020603050405020304" pitchFamily="18" charset="0"/>
              </a:rPr>
              <a:t>, I. van der Linde, and A. Chakraborty, “Early detection and classification of diabetic retinopathy by transfer learning of </a:t>
            </a:r>
            <a:r>
              <a:rPr lang="en-US" sz="1600" dirty="0" err="1">
                <a:latin typeface="Times New Roman" panose="02020603050405020304" pitchFamily="18" charset="0"/>
                <a:cs typeface="Times New Roman" panose="02020603050405020304" pitchFamily="18" charset="0"/>
              </a:rPr>
              <a:t>NASNet</a:t>
            </a:r>
            <a:r>
              <a:rPr lang="en-US" sz="1600" dirty="0">
                <a:latin typeface="Times New Roman" panose="02020603050405020304" pitchFamily="18" charset="0"/>
                <a:cs typeface="Times New Roman" panose="02020603050405020304" pitchFamily="18" charset="0"/>
              </a:rPr>
              <a:t>-large and ResNet-50 convolutional neural networks,” </a:t>
            </a:r>
            <a:r>
              <a:rPr lang="en-US" sz="1600" i="1" dirty="0">
                <a:latin typeface="Times New Roman" panose="02020603050405020304" pitchFamily="18" charset="0"/>
                <a:cs typeface="Times New Roman" panose="02020603050405020304" pitchFamily="18" charset="0"/>
              </a:rPr>
              <a:t>Informatics Med. Unlocked</a:t>
            </a:r>
            <a:r>
              <a:rPr lang="en-US" sz="1600" dirty="0">
                <a:latin typeface="Times New Roman" panose="02020603050405020304" pitchFamily="18" charset="0"/>
                <a:cs typeface="Times New Roman" panose="02020603050405020304" pitchFamily="18" charset="0"/>
              </a:rPr>
              <a:t>, vol. 58, p. 101688, Jan. 2025,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10.1016/J.IMU.2025.101688.</a:t>
            </a:r>
          </a:p>
          <a:p>
            <a:pPr>
              <a:lnSpc>
                <a:spcPct val="150000"/>
              </a:lnSpc>
            </a:pPr>
            <a:endParaRPr lang="en-US" sz="16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E103AE8A-6680-7D93-B32C-9E132CE8A1B0}"/>
              </a:ext>
            </a:extLst>
          </p:cNvPr>
          <p:cNvPicPr>
            <a:picLocks noChangeAspect="1"/>
          </p:cNvPicPr>
          <p:nvPr/>
        </p:nvPicPr>
        <p:blipFill>
          <a:blip r:embed="rId3"/>
          <a:stretch>
            <a:fillRect/>
          </a:stretch>
        </p:blipFill>
        <p:spPr>
          <a:xfrm>
            <a:off x="10222281" y="-126547"/>
            <a:ext cx="2101011" cy="206739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5">
          <a:extLst>
            <a:ext uri="{FF2B5EF4-FFF2-40B4-BE49-F238E27FC236}">
              <a16:creationId xmlns:a16="http://schemas.microsoft.com/office/drawing/2014/main" id="{F10E66E8-630C-008D-6C7A-20D8D3CCFB14}"/>
            </a:ext>
          </a:extLst>
        </p:cNvPr>
        <p:cNvGrpSpPr/>
        <p:nvPr/>
      </p:nvGrpSpPr>
      <p:grpSpPr>
        <a:xfrm>
          <a:off x="0" y="0"/>
          <a:ext cx="0" cy="0"/>
          <a:chOff x="0" y="0"/>
          <a:chExt cx="0" cy="0"/>
        </a:xfrm>
      </p:grpSpPr>
      <p:sp>
        <p:nvSpPr>
          <p:cNvPr id="196" name="Google Shape;196;p21">
            <a:extLst>
              <a:ext uri="{FF2B5EF4-FFF2-40B4-BE49-F238E27FC236}">
                <a16:creationId xmlns:a16="http://schemas.microsoft.com/office/drawing/2014/main" id="{3CEB2091-09CA-0784-7B9A-131EB6D93BF0}"/>
              </a:ext>
            </a:extLst>
          </p:cNvPr>
          <p:cNvSpPr txBox="1">
            <a:spLocks noGrp="1"/>
          </p:cNvSpPr>
          <p:nvPr>
            <p:ph type="title"/>
          </p:nvPr>
        </p:nvSpPr>
        <p:spPr>
          <a:xfrm>
            <a:off x="875070" y="393290"/>
            <a:ext cx="8916043" cy="129739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1"/>
              </a:buClr>
              <a:buSzPts val="4400"/>
              <a:buFont typeface="Calibri" panose="020F0502020204030204"/>
              <a:buNone/>
            </a:pPr>
            <a:r>
              <a:rPr lang="en-US" b="1" u="sng" dirty="0">
                <a:solidFill>
                  <a:srgbClr val="002060"/>
                </a:solidFill>
              </a:rPr>
              <a:t>References</a:t>
            </a:r>
            <a:endParaRPr u="sng" dirty="0">
              <a:solidFill>
                <a:srgbClr val="002060"/>
              </a:solidFill>
            </a:endParaRPr>
          </a:p>
        </p:txBody>
      </p:sp>
      <p:sp>
        <p:nvSpPr>
          <p:cNvPr id="198" name="Google Shape;198;p21">
            <a:extLst>
              <a:ext uri="{FF2B5EF4-FFF2-40B4-BE49-F238E27FC236}">
                <a16:creationId xmlns:a16="http://schemas.microsoft.com/office/drawing/2014/main" id="{2A9A01A6-9FC0-8B18-16D1-E0DA585B5C10}"/>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600"/>
              <a:t>29</a:t>
            </a:fld>
            <a:endParaRPr lang="en-US" sz="1600"/>
          </a:p>
        </p:txBody>
      </p:sp>
      <p:sp>
        <p:nvSpPr>
          <p:cNvPr id="199" name="Google Shape;199;p21">
            <a:extLst>
              <a:ext uri="{FF2B5EF4-FFF2-40B4-BE49-F238E27FC236}">
                <a16:creationId xmlns:a16="http://schemas.microsoft.com/office/drawing/2014/main" id="{9EB1E740-43E0-C037-1428-2066176B8337}"/>
              </a:ext>
            </a:extLst>
          </p:cNvPr>
          <p:cNvSpPr/>
          <p:nvPr/>
        </p:nvSpPr>
        <p:spPr>
          <a:xfrm>
            <a:off x="0" y="0"/>
            <a:ext cx="12192000" cy="6858000"/>
          </a:xfrm>
          <a:prstGeom prst="rect">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00" name="Google Shape;200;p21">
            <a:extLst>
              <a:ext uri="{FF2B5EF4-FFF2-40B4-BE49-F238E27FC236}">
                <a16:creationId xmlns:a16="http://schemas.microsoft.com/office/drawing/2014/main" id="{CEEF8556-C586-D8D4-3DF5-828D73F2FB20}"/>
              </a:ext>
            </a:extLst>
          </p:cNvPr>
          <p:cNvSpPr/>
          <p:nvPr/>
        </p:nvSpPr>
        <p:spPr>
          <a:xfrm>
            <a:off x="126609" y="112542"/>
            <a:ext cx="11915336" cy="6608933"/>
          </a:xfrm>
          <a:prstGeom prst="roundRect">
            <a:avLst>
              <a:gd name="adj" fmla="val 16667"/>
            </a:avLst>
          </a:prstGeom>
          <a:noFill/>
          <a:ln w="9525" cap="flat" cmpd="thinThick">
            <a:solidFill>
              <a:srgbClr val="42719B">
                <a:alpha val="78823"/>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01" name="Google Shape;201;p21">
            <a:extLst>
              <a:ext uri="{FF2B5EF4-FFF2-40B4-BE49-F238E27FC236}">
                <a16:creationId xmlns:a16="http://schemas.microsoft.com/office/drawing/2014/main" id="{0EF32D7C-5916-821C-DC3D-96A5574EC8A8}"/>
              </a:ext>
            </a:extLst>
          </p:cNvPr>
          <p:cNvSpPr/>
          <p:nvPr/>
        </p:nvSpPr>
        <p:spPr>
          <a:xfrm>
            <a:off x="484909" y="1690688"/>
            <a:ext cx="11222182" cy="4212110"/>
          </a:xfrm>
          <a:prstGeom prst="rect">
            <a:avLst/>
          </a:prstGeom>
          <a:noFill/>
          <a:ln>
            <a:noFill/>
          </a:ln>
        </p:spPr>
        <p:txBody>
          <a:bodyPr spcFirstLastPara="1" wrap="square" lIns="91425" tIns="45700" rIns="91425" bIns="45700" anchor="t" anchorCtr="0">
            <a:noAutofit/>
          </a:bodyPr>
          <a:lstStyle/>
          <a:p>
            <a:pPr>
              <a:lnSpc>
                <a:spcPct val="200000"/>
              </a:lnSpc>
            </a:pPr>
            <a:endParaRPr sz="1500" dirty="0">
              <a:latin typeface="Times New Roman" panose="02020603050405020304" pitchFamily="18" charset="0"/>
              <a:cs typeface="Times New Roman" panose="02020603050405020304" pitchFamily="18" charset="0"/>
            </a:endParaRPr>
          </a:p>
        </p:txBody>
      </p:sp>
      <p:sp>
        <p:nvSpPr>
          <p:cNvPr id="3" name="Google Shape;201;p21">
            <a:extLst>
              <a:ext uri="{FF2B5EF4-FFF2-40B4-BE49-F238E27FC236}">
                <a16:creationId xmlns:a16="http://schemas.microsoft.com/office/drawing/2014/main" id="{AD86658F-507C-006B-DCF3-7E02A9FA8C0E}"/>
              </a:ext>
            </a:extLst>
          </p:cNvPr>
          <p:cNvSpPr/>
          <p:nvPr/>
        </p:nvSpPr>
        <p:spPr>
          <a:xfrm>
            <a:off x="556313" y="1747463"/>
            <a:ext cx="11055927" cy="5033256"/>
          </a:xfrm>
          <a:prstGeom prst="rect">
            <a:avLst/>
          </a:prstGeom>
          <a:noFill/>
          <a:ln>
            <a:noFill/>
          </a:ln>
        </p:spPr>
        <p:txBody>
          <a:bodyPr spcFirstLastPara="1" wrap="square" lIns="91425" tIns="45700" rIns="91425" bIns="45700" anchor="t" anchorCtr="0">
            <a:noAutofit/>
          </a:bodyPr>
          <a:lstStyle/>
          <a:p>
            <a:r>
              <a:rPr lang="en-US" sz="1600" dirty="0">
                <a:latin typeface="Times New Roman" panose="02020603050405020304" pitchFamily="18" charset="0"/>
                <a:cs typeface="Times New Roman" panose="02020603050405020304" pitchFamily="18" charset="0"/>
              </a:rPr>
              <a:t>[17]	K. V. Naveen, B. N. Anoop, K. S. </a:t>
            </a:r>
            <a:r>
              <a:rPr lang="en-US" sz="1600" dirty="0" err="1">
                <a:latin typeface="Times New Roman" panose="02020603050405020304" pitchFamily="18" charset="0"/>
                <a:cs typeface="Times New Roman" panose="02020603050405020304" pitchFamily="18" charset="0"/>
              </a:rPr>
              <a:t>Siju</a:t>
            </a:r>
            <a:r>
              <a:rPr lang="en-US" sz="1600" dirty="0">
                <a:latin typeface="Times New Roman" panose="02020603050405020304" pitchFamily="18" charset="0"/>
                <a:cs typeface="Times New Roman" panose="02020603050405020304" pitchFamily="18" charset="0"/>
              </a:rPr>
              <a:t>, M. K. Kar, and V. Venugopal, “</a:t>
            </a:r>
            <a:r>
              <a:rPr lang="en-US" sz="1600" dirty="0" err="1">
                <a:latin typeface="Times New Roman" panose="02020603050405020304" pitchFamily="18" charset="0"/>
                <a:cs typeface="Times New Roman" panose="02020603050405020304" pitchFamily="18" charset="0"/>
              </a:rPr>
              <a:t>EffNet</a:t>
            </a:r>
            <a:r>
              <a:rPr lang="en-US" sz="1600" dirty="0">
                <a:latin typeface="Times New Roman" panose="02020603050405020304" pitchFamily="18" charset="0"/>
                <a:cs typeface="Times New Roman" panose="02020603050405020304" pitchFamily="18" charset="0"/>
              </a:rPr>
              <a:t>-SVM: A Hybrid Model for Diabetic Retinopathy Classification Using Retinal Fundus Images,” </a:t>
            </a:r>
            <a:r>
              <a:rPr lang="en-US" sz="1600" i="1" dirty="0">
                <a:latin typeface="Times New Roman" panose="02020603050405020304" pitchFamily="18" charset="0"/>
                <a:cs typeface="Times New Roman" panose="02020603050405020304" pitchFamily="18" charset="0"/>
              </a:rPr>
              <a:t>IEEE Access</a:t>
            </a:r>
            <a:r>
              <a:rPr lang="en-US" sz="1600" dirty="0">
                <a:latin typeface="Times New Roman" panose="02020603050405020304" pitchFamily="18" charset="0"/>
                <a:cs typeface="Times New Roman" panose="02020603050405020304" pitchFamily="18" charset="0"/>
              </a:rPr>
              <a:t>, vol. 13, pp. 79793–79804, 2025,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10.1109/ACCESS.2025.3566073.</a:t>
            </a:r>
          </a:p>
          <a:p>
            <a:r>
              <a:rPr lang="en-US" sz="1600" dirty="0">
                <a:latin typeface="Times New Roman" panose="02020603050405020304" pitchFamily="18" charset="0"/>
                <a:cs typeface="Times New Roman" panose="02020603050405020304" pitchFamily="18" charset="0"/>
              </a:rPr>
              <a:t>[18]	M. </a:t>
            </a:r>
            <a:r>
              <a:rPr lang="en-US" sz="1600" dirty="0" err="1">
                <a:latin typeface="Times New Roman" panose="02020603050405020304" pitchFamily="18" charset="0"/>
                <a:cs typeface="Times New Roman" panose="02020603050405020304" pitchFamily="18" charset="0"/>
              </a:rPr>
              <a:t>Sushith</a:t>
            </a:r>
            <a:r>
              <a:rPr lang="en-US" sz="1600" dirty="0">
                <a:latin typeface="Times New Roman" panose="02020603050405020304" pitchFamily="18" charset="0"/>
                <a:cs typeface="Times New Roman" panose="02020603050405020304" pitchFamily="18" charset="0"/>
              </a:rPr>
              <a:t>, A. Sathiya, V. </a:t>
            </a:r>
            <a:r>
              <a:rPr lang="en-US" sz="1600" dirty="0" err="1">
                <a:latin typeface="Times New Roman" panose="02020603050405020304" pitchFamily="18" charset="0"/>
                <a:cs typeface="Times New Roman" panose="02020603050405020304" pitchFamily="18" charset="0"/>
              </a:rPr>
              <a:t>Kalaipoonguzhali</a:t>
            </a:r>
            <a:r>
              <a:rPr lang="en-US" sz="1600" dirty="0">
                <a:latin typeface="Times New Roman" panose="02020603050405020304" pitchFamily="18" charset="0"/>
                <a:cs typeface="Times New Roman" panose="02020603050405020304" pitchFamily="18" charset="0"/>
              </a:rPr>
              <a:t>, and V. Sathya, “A hybrid deep learning framework for early detection of diabetic retinopathy using retinal fundus images,” </a:t>
            </a:r>
            <a:r>
              <a:rPr lang="en-US" sz="1600" i="1" dirty="0">
                <a:latin typeface="Times New Roman" panose="02020603050405020304" pitchFamily="18" charset="0"/>
                <a:cs typeface="Times New Roman" panose="02020603050405020304" pitchFamily="18" charset="0"/>
              </a:rPr>
              <a:t>Sci. Reports 2025 151</a:t>
            </a:r>
            <a:r>
              <a:rPr lang="en-US" sz="1600" dirty="0">
                <a:latin typeface="Times New Roman" panose="02020603050405020304" pitchFamily="18" charset="0"/>
                <a:cs typeface="Times New Roman" panose="02020603050405020304" pitchFamily="18" charset="0"/>
              </a:rPr>
              <a:t>, vol. 15, no. 1, pp. 1–31, Apr. 2025,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10.1038/s41598-025-99309-w.</a:t>
            </a:r>
          </a:p>
          <a:p>
            <a:r>
              <a:rPr lang="en-US" sz="1600" dirty="0">
                <a:latin typeface="Times New Roman" panose="02020603050405020304" pitchFamily="18" charset="0"/>
                <a:cs typeface="Times New Roman" panose="02020603050405020304" pitchFamily="18" charset="0"/>
              </a:rPr>
              <a:t>[19]	“Introducing Feature Attention Module on Convolutional Neural Network for Diabetic Retinopathy Detection | Request PDF.” Accessed: Dec. 21, 2025. [Online]. Available: https://www.researchgate.net/publication/372961726_Introducing_Feature_Attention_Module_on_Convolutional_Neural_Network_for_Diabetic_Retinopathy_Detection</a:t>
            </a:r>
          </a:p>
          <a:p>
            <a:r>
              <a:rPr lang="en-US" sz="1600" dirty="0">
                <a:latin typeface="Times New Roman" panose="02020603050405020304" pitchFamily="18" charset="0"/>
                <a:cs typeface="Times New Roman" panose="02020603050405020304" pitchFamily="18" charset="0"/>
              </a:rPr>
              <a:t>[20]	M. S. Harisha, A. A. Bhosale, and M. Narender, “Deep learning-powered segmentation and classification of diabetic retinopathy for enhanced diagnostic precision,” </a:t>
            </a:r>
            <a:r>
              <a:rPr lang="en-US" sz="1600" i="1" dirty="0" err="1">
                <a:latin typeface="Times New Roman" panose="02020603050405020304" pitchFamily="18" charset="0"/>
                <a:cs typeface="Times New Roman" panose="02020603050405020304" pitchFamily="18" charset="0"/>
              </a:rPr>
              <a:t>Artif</a:t>
            </a:r>
            <a:r>
              <a:rPr lang="en-US" sz="1600" i="1" dirty="0">
                <a:latin typeface="Times New Roman" panose="02020603050405020304" pitchFamily="18" charset="0"/>
                <a:cs typeface="Times New Roman" panose="02020603050405020304" pitchFamily="18" charset="0"/>
              </a:rPr>
              <a:t>. </a:t>
            </a:r>
            <a:r>
              <a:rPr lang="en-US" sz="1600" i="1" dirty="0" err="1">
                <a:latin typeface="Times New Roman" panose="02020603050405020304" pitchFamily="18" charset="0"/>
                <a:cs typeface="Times New Roman" panose="02020603050405020304" pitchFamily="18" charset="0"/>
              </a:rPr>
              <a:t>Intell</a:t>
            </a:r>
            <a:r>
              <a:rPr lang="en-US" sz="1600" i="1" dirty="0">
                <a:latin typeface="Times New Roman" panose="02020603050405020304" pitchFamily="18" charset="0"/>
                <a:cs typeface="Times New Roman" panose="02020603050405020304" pitchFamily="18" charset="0"/>
              </a:rPr>
              <a:t>. Heal. 2024, 1(4), 30-42</a:t>
            </a:r>
            <a:r>
              <a:rPr lang="en-US" sz="1600" dirty="0">
                <a:latin typeface="Times New Roman" panose="02020603050405020304" pitchFamily="18" charset="0"/>
                <a:cs typeface="Times New Roman" panose="02020603050405020304" pitchFamily="18" charset="0"/>
              </a:rPr>
              <a:t>, vol. 1, no. 4, pp. 30–42, Sep. 2024,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10.36922/AIH.2783.</a:t>
            </a:r>
          </a:p>
          <a:p>
            <a:pPr>
              <a:lnSpc>
                <a:spcPct val="150000"/>
              </a:lnSpc>
            </a:pPr>
            <a:endParaRPr lang="en-US" sz="16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64ABE169-627D-24A0-FAF4-00360ACEBCA1}"/>
              </a:ext>
            </a:extLst>
          </p:cNvPr>
          <p:cNvPicPr>
            <a:picLocks noChangeAspect="1"/>
          </p:cNvPicPr>
          <p:nvPr/>
        </p:nvPicPr>
        <p:blipFill>
          <a:blip r:embed="rId3"/>
          <a:stretch>
            <a:fillRect/>
          </a:stretch>
        </p:blipFill>
        <p:spPr>
          <a:xfrm>
            <a:off x="10222281" y="-126547"/>
            <a:ext cx="2101011" cy="2067395"/>
          </a:xfrm>
          <a:prstGeom prst="rect">
            <a:avLst/>
          </a:prstGeom>
        </p:spPr>
      </p:pic>
    </p:spTree>
    <p:extLst>
      <p:ext uri="{BB962C8B-B14F-4D97-AF65-F5344CB8AC3E}">
        <p14:creationId xmlns:p14="http://schemas.microsoft.com/office/powerpoint/2010/main" val="12025674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785*365"/>
  <p:tag name="TABLE_ENDDRAG_RECT" val="82*100*785*365"/>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785*365"/>
  <p:tag name="TABLE_ENDDRAG_RECT" val="82*100*785*365"/>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785*365"/>
  <p:tag name="TABLE_ENDDRAG_RECT" val="82*100*785*365"/>
</p:tagLst>
</file>

<file path=ppt/tags/tag4.xml><?xml version="1.0" encoding="utf-8"?>
<p:tagLst xmlns:a="http://schemas.openxmlformats.org/drawingml/2006/main" xmlns:r="http://schemas.openxmlformats.org/officeDocument/2006/relationships" xmlns:p="http://schemas.openxmlformats.org/presentationml/2006/main">
  <p:tag name="TABLE_ENDDRAG_ORIGIN_RECT" val="785*365"/>
  <p:tag name="TABLE_ENDDRAG_RECT" val="82*100*785*365"/>
</p:tagLst>
</file>

<file path=ppt/tags/tag5.xml><?xml version="1.0" encoding="utf-8"?>
<p:tagLst xmlns:a="http://schemas.openxmlformats.org/drawingml/2006/main" xmlns:r="http://schemas.openxmlformats.org/officeDocument/2006/relationships" xmlns:p="http://schemas.openxmlformats.org/presentationml/2006/main">
  <p:tag name="TABLE_ENDDRAG_ORIGIN_RECT" val="785*365"/>
  <p:tag name="TABLE_ENDDRAG_RECT" val="82*100*785*365"/>
</p:tagLst>
</file>

<file path=ppt/theme/theme1.xml><?xml version="1.0" encoding="utf-8"?>
<a:theme xmlns:a="http://schemas.openxmlformats.org/drawingml/2006/main" name="Office Them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373</TotalTime>
  <Words>3071</Words>
  <Application>Microsoft Office PowerPoint</Application>
  <PresentationFormat>Widescreen</PresentationFormat>
  <Paragraphs>408</Paragraphs>
  <Slides>29</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Noto Sans Symbols</vt:lpstr>
      <vt:lpstr>Times New Roman</vt:lpstr>
      <vt:lpstr>Office Theme</vt:lpstr>
      <vt:lpstr>PowerPoint Presentation</vt:lpstr>
      <vt:lpstr>    Diabetic Retinopathy Classification Using Deep Learning Techniques </vt:lpstr>
      <vt:lpstr>PowerPoint Presentation</vt:lpstr>
      <vt:lpstr>Outline</vt:lpstr>
      <vt:lpstr>Introduction</vt:lpstr>
      <vt:lpstr>Introduction</vt:lpstr>
      <vt:lpstr>Introduction</vt:lpstr>
      <vt:lpstr>Stages of Diabetic Retinopathy</vt:lpstr>
      <vt:lpstr>Approaches used in Classification </vt:lpstr>
      <vt:lpstr>PowerPoint Presentation</vt:lpstr>
      <vt:lpstr>PowerPoint Presentation</vt:lpstr>
      <vt:lpstr>PowerPoint Presentation</vt:lpstr>
      <vt:lpstr>PowerPoint Presentation</vt:lpstr>
      <vt:lpstr>PowerPoint Presentation</vt:lpstr>
      <vt:lpstr>Research Gaps </vt:lpstr>
      <vt:lpstr>Research Challenges</vt:lpstr>
      <vt:lpstr>Research Objectives</vt:lpstr>
      <vt:lpstr>PowerPoint Presentation</vt:lpstr>
      <vt:lpstr>Proposed Methodology</vt:lpstr>
      <vt:lpstr>Proposed Methodology</vt:lpstr>
      <vt:lpstr>Proposed Methodology</vt:lpstr>
      <vt:lpstr>Proposed Methodology</vt:lpstr>
      <vt:lpstr>Results and Discussions</vt:lpstr>
      <vt:lpstr>Results and Discussions</vt:lpstr>
      <vt:lpstr>Conclusion</vt:lpstr>
      <vt:lpstr>Timeline</vt:lpstr>
      <vt:lpstr>References</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Proposal Defense</dc:title>
  <dc:creator>Buhan Mughees</dc:creator>
  <cp:lastModifiedBy>zarnain javed</cp:lastModifiedBy>
  <cp:revision>203</cp:revision>
  <dcterms:created xsi:type="dcterms:W3CDTF">2025-08-20T04:30:00Z</dcterms:created>
  <dcterms:modified xsi:type="dcterms:W3CDTF">2026-01-07T08:30:30Z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F8C8B01A2A0C491B8904DCB7C39F982B_12</vt:lpwstr>
  </property>
  <property fmtid="{D5CDD505-2E9C-101B-9397-08002B2CF9AE}" pid="3" name="KSOProductBuildVer">
    <vt:lpwstr>1033-12.2.0.23196</vt:lpwstr>
  </property>
</Properties>
</file>